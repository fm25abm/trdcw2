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9"/>
  </p:notesMasterIdLst>
  <p:handoutMasterIdLst>
    <p:handoutMasterId r:id="rId10"/>
  </p:handoutMasterIdLst>
  <p:sldIdLst>
    <p:sldId id="289" r:id="rId5"/>
    <p:sldId id="340" r:id="rId6"/>
    <p:sldId id="329" r:id="rId7"/>
    <p:sldId id="336"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3249" userDrawn="1">
          <p15:clr>
            <a:srgbClr val="A4A3A4"/>
          </p15:clr>
        </p15:guide>
        <p15:guide id="4" pos="7068" userDrawn="1">
          <p15:clr>
            <a:srgbClr val="A4A3A4"/>
          </p15:clr>
        </p15:guide>
        <p15:guide id="5" orient="horz" pos="13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3232"/>
    <a:srgbClr val="A97CBE"/>
    <a:srgbClr val="85509A"/>
    <a:srgbClr val="714484"/>
    <a:srgbClr val="0073CF"/>
    <a:srgbClr val="30454F"/>
    <a:srgbClr val="1295D8"/>
    <a:srgbClr val="004A5C"/>
    <a:srgbClr val="0093B6"/>
    <a:srgbClr val="00B9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7FD918B-B27C-2150-77F4-9D804C01E707}" v="17" dt="2025-11-24T11:54:20.406"/>
    <p1510:client id="{5E551945-7BE0-CDB0-80E2-C38B5ACBE5B8}" v="15" dt="2025-11-22T20:32:17.865"/>
    <p1510:client id="{CDF2F78C-0EAD-819C-7384-C9B5DE0C0FE4}" v="5" dt="2025-11-22T20:38:10.447"/>
    <p1510:client id="{D5D2524E-0A89-6DAF-155C-B84C6E77E339}" v="232" dt="2025-11-22T17:48:53.599"/>
    <p1510:client id="{DB88AC2A-B067-EC41-629F-C887EBD6368D}" v="1573" dt="2025-11-22T20:28:07.04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 orient="horz" pos="3249"/>
        <p:guide pos="7068"/>
        <p:guide orient="horz" pos="1380"/>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5/10/relationships/revisionInfo" Target="revisionInfo.xml"/><Relationship Id="rId10"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98966F2-21A1-4B2B-ADA6-AD0BB447B7C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751468BB-CDF2-4507-B4EF-7B369D307A4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3FAAC3A-BD1F-4A00-9099-74B95789FE00}" type="datetimeFigureOut">
              <a:rPr lang="en-GB" smtClean="0"/>
              <a:pPr/>
              <a:t>24/11/2025</a:t>
            </a:fld>
            <a:endParaRPr lang="en-GB"/>
          </a:p>
        </p:txBody>
      </p:sp>
      <p:sp>
        <p:nvSpPr>
          <p:cNvPr id="4" name="Footer Placeholder 3">
            <a:extLst>
              <a:ext uri="{FF2B5EF4-FFF2-40B4-BE49-F238E27FC236}">
                <a16:creationId xmlns:a16="http://schemas.microsoft.com/office/drawing/2014/main" id="{904BCF7D-6037-48D3-84E5-56B8B055214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D619E732-656C-4BB5-ACCB-1568C5C66DD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29F51D9-0FEB-436E-9280-D6033F603547}" type="slidenum">
              <a:rPr lang="en-GB" smtClean="0"/>
              <a:pPr/>
              <a:t>‹#›</a:t>
            </a:fld>
            <a:endParaRPr lang="en-GB"/>
          </a:p>
        </p:txBody>
      </p:sp>
    </p:spTree>
    <p:extLst>
      <p:ext uri="{BB962C8B-B14F-4D97-AF65-F5344CB8AC3E}">
        <p14:creationId xmlns:p14="http://schemas.microsoft.com/office/powerpoint/2010/main" val="22705840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359C8A-39F6-4045-9163-4042C4C26B15}" type="datetimeFigureOut">
              <a:rPr lang="en-GB" smtClean="0"/>
              <a:pPr/>
              <a:t>24/11/2025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370952-48CC-46D7-9FCD-59FAD40CC025}" type="slidenum">
              <a:rPr lang="en-GB" smtClean="0"/>
              <a:pPr/>
              <a:t>‹#›</a:t>
            </a:fld>
            <a:endParaRPr lang="en-GB"/>
          </a:p>
        </p:txBody>
      </p:sp>
    </p:spTree>
    <p:extLst>
      <p:ext uri="{BB962C8B-B14F-4D97-AF65-F5344CB8AC3E}">
        <p14:creationId xmlns:p14="http://schemas.microsoft.com/office/powerpoint/2010/main" val="3010231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2</a:t>
            </a:fld>
            <a:endParaRPr lang="en-GB"/>
          </a:p>
        </p:txBody>
      </p:sp>
    </p:spTree>
    <p:extLst>
      <p:ext uri="{BB962C8B-B14F-4D97-AF65-F5344CB8AC3E}">
        <p14:creationId xmlns:p14="http://schemas.microsoft.com/office/powerpoint/2010/main" val="39567185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Before specifying your Research Question you must define the type of data you are analysing.  Are the variables you select interval data (measurement data you can divide, multiple, etc),  OR are they ordinal (there is a definite order but the intervals between each variable are not necessarily equal, or the terms might be subjective like in a </a:t>
            </a:r>
            <a:r>
              <a:rPr lang="en-GB" err="1"/>
              <a:t>likert</a:t>
            </a:r>
            <a:r>
              <a:rPr lang="en-GB"/>
              <a:t> scale); OR are they just categorical/nominal (Items such as film names, cities, etc., that you can count numbers of occurrences?   You also need to understand whether the variable is either dependent or independent and this will vary according to the context. Independent variables may cause an effect, whereas the dependent variable might be effected by the independent variable.  Check the lecture notes on the RQ for more information and examples.  </a:t>
            </a:r>
          </a:p>
          <a:p>
            <a:endParaRPr lang="en-GB"/>
          </a:p>
          <a:p>
            <a:r>
              <a:rPr lang="en-GB"/>
              <a:t>You will get only one opportunity to present your Research Question ahead of the submission date.  Have your questions ready, and be ready to take notes on feedback.</a:t>
            </a:r>
          </a:p>
        </p:txBody>
      </p:sp>
      <p:sp>
        <p:nvSpPr>
          <p:cNvPr id="4" name="Slide Number Placeholder 3"/>
          <p:cNvSpPr>
            <a:spLocks noGrp="1"/>
          </p:cNvSpPr>
          <p:nvPr>
            <p:ph type="sldNum" sz="quarter" idx="5"/>
          </p:nvPr>
        </p:nvSpPr>
        <p:spPr/>
        <p:txBody>
          <a:bodyPr/>
          <a:lstStyle/>
          <a:p>
            <a:fld id="{30370952-48CC-46D7-9FCD-59FAD40CC025}" type="slidenum">
              <a:rPr lang="en-GB" smtClean="0"/>
              <a:pPr/>
              <a:t>3</a:t>
            </a:fld>
            <a:endParaRPr lang="en-GB"/>
          </a:p>
        </p:txBody>
      </p:sp>
    </p:spTree>
    <p:extLst>
      <p:ext uri="{BB962C8B-B14F-4D97-AF65-F5344CB8AC3E}">
        <p14:creationId xmlns:p14="http://schemas.microsoft.com/office/powerpoint/2010/main" val="29059414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4</a:t>
            </a:fld>
            <a:endParaRPr lang="en-GB"/>
          </a:p>
        </p:txBody>
      </p:sp>
    </p:spTree>
    <p:extLst>
      <p:ext uri="{BB962C8B-B14F-4D97-AF65-F5344CB8AC3E}">
        <p14:creationId xmlns:p14="http://schemas.microsoft.com/office/powerpoint/2010/main" val="266798494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descr="University of Hertfordshire logo">
            <a:extLst>
              <a:ext uri="{FF2B5EF4-FFF2-40B4-BE49-F238E27FC236}">
                <a16:creationId xmlns:a16="http://schemas.microsoft.com/office/drawing/2014/main" id="{16E4BB13-0D32-AA4A-BF91-2B76A7C18242}"/>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2844000" y="2854800"/>
            <a:ext cx="6501600" cy="1153633"/>
          </a:xfrm>
          <a:prstGeom prst="rect">
            <a:avLst/>
          </a:prstGeom>
        </p:spPr>
      </p:pic>
    </p:spTree>
    <p:extLst>
      <p:ext uri="{BB962C8B-B14F-4D97-AF65-F5344CB8AC3E}">
        <p14:creationId xmlns:p14="http://schemas.microsoft.com/office/powerpoint/2010/main" val="2758167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Section divi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1B53D-9933-445F-9B68-E730EB38A5A9}"/>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bg1"/>
                </a:solidFill>
              </a:defRPr>
            </a:lvl1pPr>
          </a:lstStyle>
          <a:p>
            <a:r>
              <a:rPr lang="en-US"/>
              <a:t>Click to edit master title</a:t>
            </a:r>
            <a:endParaRPr lang="en-GB"/>
          </a:p>
        </p:txBody>
      </p:sp>
      <p:sp>
        <p:nvSpPr>
          <p:cNvPr id="3" name="Subtitle 2">
            <a:extLst>
              <a:ext uri="{FF2B5EF4-FFF2-40B4-BE49-F238E27FC236}">
                <a16:creationId xmlns:a16="http://schemas.microsoft.com/office/drawing/2014/main" id="{E2C6B9F5-608F-4534-96F0-C3A5E1A638A6}"/>
              </a:ext>
            </a:extLst>
          </p:cNvPr>
          <p:cNvSpPr>
            <a:spLocks noGrp="1"/>
          </p:cNvSpPr>
          <p:nvPr>
            <p:ph type="subTitle" idx="1" hasCustomPrompt="1"/>
          </p:nvPr>
        </p:nvSpPr>
        <p:spPr>
          <a:xfrm>
            <a:off x="954000" y="1890000"/>
            <a:ext cx="10031156" cy="360000"/>
          </a:xfrm>
        </p:spPr>
        <p:txBody>
          <a:bodyPr lIns="0" tIns="0" rIns="0" bIns="0">
            <a:noAutofit/>
          </a:bodyPr>
          <a:lstStyle>
            <a:lvl1pPr marL="0" indent="0" algn="l">
              <a:buNone/>
              <a:defRPr sz="3600" b="1" kern="3000" spc="-1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pic>
        <p:nvPicPr>
          <p:cNvPr id="8" name="Picture 7" descr="A picture containing drawing&#10;&#10;Description automatically generated">
            <a:extLst>
              <a:ext uri="{FF2B5EF4-FFF2-40B4-BE49-F238E27FC236}">
                <a16:creationId xmlns:a16="http://schemas.microsoft.com/office/drawing/2014/main" id="{BCCF2CA0-CCE3-4304-8F31-4D1CC50BCBD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54000" y="5511600"/>
            <a:ext cx="2242800" cy="397959"/>
          </a:xfrm>
          <a:prstGeom prst="rect">
            <a:avLst/>
          </a:prstGeom>
        </p:spPr>
      </p:pic>
    </p:spTree>
    <p:extLst>
      <p:ext uri="{BB962C8B-B14F-4D97-AF65-F5344CB8AC3E}">
        <p14:creationId xmlns:p14="http://schemas.microsoft.com/office/powerpoint/2010/main" val="1713616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page">
    <p:bg>
      <p:bgPr>
        <a:solidFill>
          <a:schemeClr val="bg1"/>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2C6B9F5-608F-4534-96F0-C3A5E1A638A6}"/>
              </a:ext>
            </a:extLst>
          </p:cNvPr>
          <p:cNvSpPr>
            <a:spLocks noGrp="1"/>
          </p:cNvSpPr>
          <p:nvPr>
            <p:ph type="subTitle" idx="1"/>
          </p:nvPr>
        </p:nvSpPr>
        <p:spPr>
          <a:xfrm>
            <a:off x="954000" y="1890000"/>
            <a:ext cx="7200000" cy="360000"/>
          </a:xfrm>
        </p:spPr>
        <p:txBody>
          <a:bodyPr lIns="0" tIns="0" rIns="0" bIns="0">
            <a:noAutofit/>
          </a:bodyPr>
          <a:lstStyle>
            <a:lvl1pPr marL="0" indent="0" algn="l">
              <a:buNone/>
              <a:defRPr sz="3600" b="1" kern="3000" spc="-1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91022"/>
            <a:ext cx="7176911" cy="230832"/>
          </a:xfrm>
        </p:spPr>
        <p:txBody>
          <a:bodyPr>
            <a:noAutofit/>
          </a:bodyPr>
          <a:lstStyle>
            <a:lvl1pPr>
              <a:defRPr>
                <a:solidFill>
                  <a:srgbClr val="8F9898"/>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91022"/>
            <a:ext cx="622800" cy="230832"/>
          </a:xfrm>
        </p:spPr>
        <p:txBody>
          <a:bodyPr wrap="square">
            <a:noAutofit/>
          </a:bodyPr>
          <a:lstStyle>
            <a:lvl1pPr>
              <a:defRPr>
                <a:solidFill>
                  <a:srgbClr val="8F9898"/>
                </a:solidFill>
              </a:defRPr>
            </a:lvl1pPr>
          </a:lstStyle>
          <a:p>
            <a:fld id="{E4D355CA-84B7-41B1-B164-8BB439CC7C6B}" type="slidenum">
              <a:rPr lang="en-GB" smtClean="0"/>
              <a:pPr/>
              <a:t>‹#›</a:t>
            </a:fld>
            <a:endParaRPr lang="en-GB"/>
          </a:p>
        </p:txBody>
      </p:sp>
      <p:sp>
        <p:nvSpPr>
          <p:cNvPr id="9" name="Title 1">
            <a:extLst>
              <a:ext uri="{FF2B5EF4-FFF2-40B4-BE49-F238E27FC236}">
                <a16:creationId xmlns:a16="http://schemas.microsoft.com/office/drawing/2014/main" id="{E9449821-0D0D-644D-97A3-D56097A9C6DA}"/>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tx1"/>
                </a:solidFill>
              </a:defRPr>
            </a:lvl1pPr>
          </a:lstStyle>
          <a:p>
            <a:r>
              <a:rPr lang="en-US"/>
              <a:t>Click to edit master title</a:t>
            </a:r>
            <a:endParaRPr lang="en-GB"/>
          </a:p>
        </p:txBody>
      </p:sp>
      <p:sp>
        <p:nvSpPr>
          <p:cNvPr id="10" name="Rectangle 9">
            <a:extLst>
              <a:ext uri="{FF2B5EF4-FFF2-40B4-BE49-F238E27FC236}">
                <a16:creationId xmlns:a16="http://schemas.microsoft.com/office/drawing/2014/main" id="{44F6EB17-8019-7B4E-B53C-76B057A7C31F}"/>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pic>
        <p:nvPicPr>
          <p:cNvPr id="11" name="Picture 10">
            <a:extLst>
              <a:ext uri="{FF2B5EF4-FFF2-40B4-BE49-F238E27FC236}">
                <a16:creationId xmlns:a16="http://schemas.microsoft.com/office/drawing/2014/main" id="{0503EF50-F00F-9643-BE53-F0A5272FC4B2}"/>
              </a:ext>
            </a:extLst>
          </p:cNvPr>
          <p:cNvPicPr>
            <a:picLocks noChangeAspect="1"/>
          </p:cNvPicPr>
          <p:nvPr userDrawn="1"/>
        </p:nvPicPr>
        <p:blipFill>
          <a:blip r:embed="rId2"/>
          <a:stretch>
            <a:fillRect/>
          </a:stretch>
        </p:blipFill>
        <p:spPr>
          <a:xfrm>
            <a:off x="953998" y="5517266"/>
            <a:ext cx="2244881" cy="396903"/>
          </a:xfrm>
          <a:prstGeom prst="rect">
            <a:avLst/>
          </a:prstGeom>
        </p:spPr>
      </p:pic>
    </p:spTree>
    <p:extLst>
      <p:ext uri="{BB962C8B-B14F-4D97-AF65-F5344CB8AC3E}">
        <p14:creationId xmlns:p14="http://schemas.microsoft.com/office/powerpoint/2010/main" val="41082078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and Two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81FBDFA-876B-4255-A301-F62F1EDD8D66}"/>
              </a:ext>
            </a:extLst>
          </p:cNvPr>
          <p:cNvSpPr>
            <a:spLocks noGrp="1"/>
          </p:cNvSpPr>
          <p:nvPr>
            <p:ph sz="half" idx="1" hasCustomPrompt="1"/>
          </p:nvPr>
        </p:nvSpPr>
        <p:spPr>
          <a:xfrm>
            <a:off x="973668" y="2717444"/>
            <a:ext cx="4903200"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lvl="0"/>
            <a:r>
              <a:rPr lang="en-GB"/>
              <a:t>Add Text</a:t>
            </a:r>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6336000" y="2717444"/>
            <a:ext cx="4456800" cy="3175200"/>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62A19DAE-53D8-4F04-A4B9-B6EDFC23886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spTree>
    <p:extLst>
      <p:ext uri="{BB962C8B-B14F-4D97-AF65-F5344CB8AC3E}">
        <p14:creationId xmlns:p14="http://schemas.microsoft.com/office/powerpoint/2010/main" val="1288463762"/>
      </p:ext>
    </p:extLst>
  </p:cSld>
  <p:clrMapOvr>
    <a:masterClrMapping/>
  </p:clrMapOvr>
  <p:extLst>
    <p:ext uri="{DCECCB84-F9BA-43D5-87BE-67443E8EF086}">
      <p15:sldGuideLst xmlns:p15="http://schemas.microsoft.com/office/powerpoint/2012/main">
        <p15:guide id="2" pos="6805" userDrawn="1">
          <p15:clr>
            <a:srgbClr val="FBAE40"/>
          </p15:clr>
        </p15:guide>
        <p15:guide id="3" pos="3989" userDrawn="1">
          <p15:clr>
            <a:srgbClr val="FBAE40"/>
          </p15:clr>
        </p15:guide>
        <p15:guide id="4" pos="3705"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2717600"/>
            <a:ext cx="10251722"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21322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Lar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hasCustomPrompt="1"/>
          </p:nvPr>
        </p:nvSpPr>
        <p:spPr>
          <a:xfrm>
            <a:off x="954000" y="775255"/>
            <a:ext cx="7361569" cy="365125"/>
          </a:xfrm>
        </p:spPr>
        <p:txBody>
          <a:bodyPr/>
          <a:lstStyle/>
          <a:p>
            <a:r>
              <a:rPr lang="en-US"/>
              <a:t>Click to add title.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0557305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Large blue">
    <p:bg>
      <p:bgPr>
        <a:solidFill>
          <a:schemeClr val="accent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lvl1pPr>
              <a:defRPr>
                <a:solidFill>
                  <a:schemeClr val="bg1"/>
                </a:solidFill>
              </a:defRPr>
            </a:lvl1pPr>
          </a:lstStyle>
          <a:p>
            <a:fld id="{E4D355CA-84B7-41B1-B164-8BB439CC7C6B}" type="slidenum">
              <a:rPr lang="en-GB" smtClean="0"/>
              <a:pPr/>
              <a:t>‹#›</a:t>
            </a:fld>
            <a:endParaRPr lang="en-GB"/>
          </a:p>
        </p:txBody>
      </p:sp>
      <p:sp>
        <p:nvSpPr>
          <p:cNvPr id="8" name="Content Placeholder 2">
            <a:extLst>
              <a:ext uri="{FF2B5EF4-FFF2-40B4-BE49-F238E27FC236}">
                <a16:creationId xmlns:a16="http://schemas.microsoft.com/office/drawing/2014/main" id="{B09D4C03-E8B1-644E-949B-F7AF91181833}"/>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chemeClr val="bg1"/>
                </a:solidFill>
              </a:defRPr>
            </a:lvl1pPr>
            <a:lvl2pPr>
              <a:defRPr lang="en-US" dirty="0" smtClean="0">
                <a:solidFill>
                  <a:schemeClr val="bg1"/>
                </a:solidFill>
              </a:defRPr>
            </a:lvl2pPr>
            <a:lvl3pPr>
              <a:defRPr lang="en-GB" dirty="0">
                <a:solidFill>
                  <a:schemeClr val="bg1"/>
                </a:solidFill>
              </a:defRPr>
            </a:lvl3pPr>
            <a:lvl4pPr>
              <a:defRPr>
                <a:solidFill>
                  <a:schemeClr val="bg1"/>
                </a:solidFill>
              </a:defRPr>
            </a:lvl4pPr>
            <a:lvl5pPr>
              <a:defRPr>
                <a:solidFill>
                  <a:schemeClr val="bg1"/>
                </a:solidFill>
              </a:defRPr>
            </a:lvl5pPr>
          </a:lstStyle>
          <a:p>
            <a:pPr lvl="0"/>
            <a:r>
              <a:rPr lang="en-US"/>
              <a:t>Add Text</a:t>
            </a:r>
            <a:endParaRPr lang="en-GB"/>
          </a:p>
        </p:txBody>
      </p:sp>
      <p:sp>
        <p:nvSpPr>
          <p:cNvPr id="5" name="Title 1">
            <a:extLst>
              <a:ext uri="{FF2B5EF4-FFF2-40B4-BE49-F238E27FC236}">
                <a16:creationId xmlns:a16="http://schemas.microsoft.com/office/drawing/2014/main" id="{02EDA17D-AAE6-954F-93C6-90B8D7B80BD1}"/>
              </a:ext>
            </a:extLst>
          </p:cNvPr>
          <p:cNvSpPr>
            <a:spLocks noGrp="1"/>
          </p:cNvSpPr>
          <p:nvPr>
            <p:ph type="title" hasCustomPrompt="1"/>
          </p:nvPr>
        </p:nvSpPr>
        <p:spPr>
          <a:xfrm>
            <a:off x="954000" y="775255"/>
            <a:ext cx="7361569" cy="365125"/>
          </a:xfrm>
        </p:spPr>
        <p:txBody>
          <a:bodyPr/>
          <a:lstStyle>
            <a:lvl1pPr>
              <a:defRPr>
                <a:solidFill>
                  <a:schemeClr val="bg1"/>
                </a:solidFill>
              </a:defRPr>
            </a:lvl1pPr>
          </a:lstStyle>
          <a:p>
            <a:r>
              <a:rPr lang="en-US"/>
              <a:t>Click to add title.</a:t>
            </a:r>
            <a:endParaRPr lang="en-GB"/>
          </a:p>
        </p:txBody>
      </p:sp>
    </p:spTree>
    <p:extLst>
      <p:ext uri="{BB962C8B-B14F-4D97-AF65-F5344CB8AC3E}">
        <p14:creationId xmlns:p14="http://schemas.microsoft.com/office/powerpoint/2010/main" val="1840620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 Image +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7835952" y="2728800"/>
            <a:ext cx="2959200"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GB" spc="-100" baseline="0" dirty="0"/>
            </a:lvl4pPr>
            <a:lvl5pPr>
              <a:defRPr spc="-100" baseline="0">
                <a:solidFill>
                  <a:schemeClr val="accent4"/>
                </a:solidFill>
              </a:defRPr>
            </a:lvl5pPr>
          </a:lstStyle>
          <a:p>
            <a:pPr lvl="0"/>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10" name="Picture Placeholder 9">
            <a:extLst>
              <a:ext uri="{FF2B5EF4-FFF2-40B4-BE49-F238E27FC236}">
                <a16:creationId xmlns:a16="http://schemas.microsoft.com/office/drawing/2014/main" id="{874043F1-6F14-49BD-83CA-12B559ABC101}"/>
              </a:ext>
            </a:extLst>
          </p:cNvPr>
          <p:cNvSpPr>
            <a:spLocks noGrp="1"/>
          </p:cNvSpPr>
          <p:nvPr>
            <p:ph type="pic" sz="quarter" idx="13"/>
          </p:nvPr>
        </p:nvSpPr>
        <p:spPr>
          <a:xfrm>
            <a:off x="954088" y="2728913"/>
            <a:ext cx="6400800" cy="4129087"/>
          </a:xfrm>
        </p:spPr>
        <p:txBody>
          <a:bodyPr/>
          <a:lstStyle/>
          <a:p>
            <a:endParaRPr lang="en-GB"/>
          </a:p>
        </p:txBody>
      </p:sp>
      <p:sp>
        <p:nvSpPr>
          <p:cNvPr id="11" name="Rectangle 10">
            <a:extLst>
              <a:ext uri="{FF2B5EF4-FFF2-40B4-BE49-F238E27FC236}">
                <a16:creationId xmlns:a16="http://schemas.microsoft.com/office/drawing/2014/main" id="{4B51C537-0174-43E5-8B81-C80AF1D06831}"/>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5341137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 Content + 2 Imag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039FCF96-B7D6-4CCD-A4AE-46A67249D3B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Content Placeholder 9">
            <a:extLst>
              <a:ext uri="{FF2B5EF4-FFF2-40B4-BE49-F238E27FC236}">
                <a16:creationId xmlns:a16="http://schemas.microsoft.com/office/drawing/2014/main" id="{741F3B7A-B2BF-40FC-8EB2-F1C37D316488}"/>
              </a:ext>
            </a:extLst>
          </p:cNvPr>
          <p:cNvSpPr>
            <a:spLocks noGrp="1"/>
          </p:cNvSpPr>
          <p:nvPr>
            <p:ph sz="quarter" idx="13" hasCustomPrompt="1"/>
          </p:nvPr>
        </p:nvSpPr>
        <p:spPr>
          <a:xfrm>
            <a:off x="953999"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9" name="Content Placeholder 9">
            <a:extLst>
              <a:ext uri="{FF2B5EF4-FFF2-40B4-BE49-F238E27FC236}">
                <a16:creationId xmlns:a16="http://schemas.microsoft.com/office/drawing/2014/main" id="{75B7A667-B99F-7A41-AAC3-ED24B9B1D92E}"/>
              </a:ext>
            </a:extLst>
          </p:cNvPr>
          <p:cNvSpPr>
            <a:spLocks noGrp="1"/>
          </p:cNvSpPr>
          <p:nvPr>
            <p:ph sz="quarter" idx="14" hasCustomPrompt="1"/>
          </p:nvPr>
        </p:nvSpPr>
        <p:spPr>
          <a:xfrm>
            <a:off x="8278804"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11" name="Content Placeholder 9">
            <a:extLst>
              <a:ext uri="{FF2B5EF4-FFF2-40B4-BE49-F238E27FC236}">
                <a16:creationId xmlns:a16="http://schemas.microsoft.com/office/drawing/2014/main" id="{93C1FF47-695D-B348-AF37-1ADF5736FA9E}"/>
              </a:ext>
            </a:extLst>
          </p:cNvPr>
          <p:cNvSpPr>
            <a:spLocks noGrp="1"/>
          </p:cNvSpPr>
          <p:nvPr>
            <p:ph sz="quarter" idx="15" hasCustomPrompt="1"/>
          </p:nvPr>
        </p:nvSpPr>
        <p:spPr>
          <a:xfrm>
            <a:off x="4613975"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Tree>
    <p:extLst>
      <p:ext uri="{BB962C8B-B14F-4D97-AF65-F5344CB8AC3E}">
        <p14:creationId xmlns:p14="http://schemas.microsoft.com/office/powerpoint/2010/main" val="8960471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ull Bleed Image">
    <p:bg>
      <p:bgPr>
        <a:solidFill>
          <a:schemeClr val="accent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A307C322-846C-9045-AD91-A93C82FC5AAF}"/>
              </a:ext>
            </a:extLst>
          </p:cNvPr>
          <p:cNvSpPr>
            <a:spLocks noGrp="1"/>
          </p:cNvSpPr>
          <p:nvPr>
            <p:ph type="pic" sz="quarter" idx="10" hasCustomPrompt="1"/>
          </p:nvPr>
        </p:nvSpPr>
        <p:spPr>
          <a:xfrm>
            <a:off x="0" y="0"/>
            <a:ext cx="12192000" cy="6858000"/>
          </a:xfrm>
        </p:spPr>
        <p:txBody>
          <a:bodyPr/>
          <a:lstStyle>
            <a:lvl1pPr>
              <a:defRPr>
                <a:solidFill>
                  <a:schemeClr val="bg1"/>
                </a:solidFill>
              </a:defRPr>
            </a:lvl1pPr>
          </a:lstStyle>
          <a:p>
            <a:r>
              <a:rPr lang="en-US"/>
              <a:t>Picture</a:t>
            </a:r>
          </a:p>
        </p:txBody>
      </p:sp>
    </p:spTree>
    <p:extLst>
      <p:ext uri="{BB962C8B-B14F-4D97-AF65-F5344CB8AC3E}">
        <p14:creationId xmlns:p14="http://schemas.microsoft.com/office/powerpoint/2010/main" val="2920352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Video">
    <p:bg>
      <p:bgPr>
        <a:solidFill>
          <a:schemeClr val="accent1"/>
        </a:solidFill>
        <a:effectLst/>
      </p:bgPr>
    </p:bg>
    <p:spTree>
      <p:nvGrpSpPr>
        <p:cNvPr id="1" name=""/>
        <p:cNvGrpSpPr/>
        <p:nvPr/>
      </p:nvGrpSpPr>
      <p:grpSpPr>
        <a:xfrm>
          <a:off x="0" y="0"/>
          <a:ext cx="0" cy="0"/>
          <a:chOff x="0" y="0"/>
          <a:chExt cx="0" cy="0"/>
        </a:xfrm>
      </p:grpSpPr>
      <p:sp>
        <p:nvSpPr>
          <p:cNvPr id="9" name="Media Placeholder 8">
            <a:extLst>
              <a:ext uri="{FF2B5EF4-FFF2-40B4-BE49-F238E27FC236}">
                <a16:creationId xmlns:a16="http://schemas.microsoft.com/office/drawing/2014/main" id="{9ABCF9A5-761F-434B-BBB5-D788CB1E79D8}"/>
              </a:ext>
            </a:extLst>
          </p:cNvPr>
          <p:cNvSpPr>
            <a:spLocks noGrp="1"/>
          </p:cNvSpPr>
          <p:nvPr>
            <p:ph type="media" sz="quarter" idx="10"/>
          </p:nvPr>
        </p:nvSpPr>
        <p:spPr>
          <a:xfrm>
            <a:off x="140400" y="140400"/>
            <a:ext cx="11916000" cy="6580800"/>
          </a:xfrm>
          <a:solidFill>
            <a:schemeClr val="bg1"/>
          </a:solidFill>
        </p:spPr>
        <p:txBody>
          <a:bodyPr/>
          <a:lstStyle/>
          <a:p>
            <a:endParaRPr lang="en-GB"/>
          </a:p>
        </p:txBody>
      </p:sp>
    </p:spTree>
    <p:extLst>
      <p:ext uri="{BB962C8B-B14F-4D97-AF65-F5344CB8AC3E}">
        <p14:creationId xmlns:p14="http://schemas.microsoft.com/office/powerpoint/2010/main" val="32028098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Icons and text">
    <p:bg>
      <p:bgPr>
        <a:solidFill>
          <a:schemeClr val="bg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Content Placeholder 2">
            <a:extLst>
              <a:ext uri="{FF2B5EF4-FFF2-40B4-BE49-F238E27FC236}">
                <a16:creationId xmlns:a16="http://schemas.microsoft.com/office/drawing/2014/main" id="{699880E3-4DE3-A642-9738-DF49DDCC9AC5}"/>
              </a:ext>
            </a:extLst>
          </p:cNvPr>
          <p:cNvSpPr>
            <a:spLocks noGrp="1"/>
          </p:cNvSpPr>
          <p:nvPr>
            <p:ph idx="18" hasCustomPrompt="1"/>
          </p:nvPr>
        </p:nvSpPr>
        <p:spPr>
          <a:xfrm>
            <a:off x="970139" y="4079342"/>
            <a:ext cx="3144661" cy="2252134"/>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17" name="Content Placeholder 2">
            <a:extLst>
              <a:ext uri="{FF2B5EF4-FFF2-40B4-BE49-F238E27FC236}">
                <a16:creationId xmlns:a16="http://schemas.microsoft.com/office/drawing/2014/main" id="{CF37D495-D835-8E4B-A177-5E12F893DDCA}"/>
              </a:ext>
            </a:extLst>
          </p:cNvPr>
          <p:cNvSpPr>
            <a:spLocks noGrp="1"/>
          </p:cNvSpPr>
          <p:nvPr>
            <p:ph idx="19" hasCustomPrompt="1"/>
          </p:nvPr>
        </p:nvSpPr>
        <p:spPr>
          <a:xfrm>
            <a:off x="8077200"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endParaRPr lang="en-GB"/>
          </a:p>
        </p:txBody>
      </p:sp>
      <p:sp>
        <p:nvSpPr>
          <p:cNvPr id="18" name="Content Placeholder 2">
            <a:extLst>
              <a:ext uri="{FF2B5EF4-FFF2-40B4-BE49-F238E27FC236}">
                <a16:creationId xmlns:a16="http://schemas.microsoft.com/office/drawing/2014/main" id="{A6804C7E-983C-9246-90C0-AF8A0CE2CA84}"/>
              </a:ext>
            </a:extLst>
          </p:cNvPr>
          <p:cNvSpPr>
            <a:spLocks noGrp="1"/>
          </p:cNvSpPr>
          <p:nvPr>
            <p:ph idx="20" hasCustomPrompt="1"/>
          </p:nvPr>
        </p:nvSpPr>
        <p:spPr>
          <a:xfrm>
            <a:off x="4523669"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p>
        </p:txBody>
      </p:sp>
      <p:sp>
        <p:nvSpPr>
          <p:cNvPr id="8" name="Picture Placeholder 7">
            <a:extLst>
              <a:ext uri="{FF2B5EF4-FFF2-40B4-BE49-F238E27FC236}">
                <a16:creationId xmlns:a16="http://schemas.microsoft.com/office/drawing/2014/main" id="{84410427-8F1D-7541-9C05-AFDD3531678D}"/>
              </a:ext>
            </a:extLst>
          </p:cNvPr>
          <p:cNvSpPr>
            <a:spLocks noGrp="1"/>
          </p:cNvSpPr>
          <p:nvPr>
            <p:ph type="pic" sz="quarter" idx="23"/>
          </p:nvPr>
        </p:nvSpPr>
        <p:spPr>
          <a:xfrm>
            <a:off x="1462175" y="1640942"/>
            <a:ext cx="2160587" cy="2160588"/>
          </a:xfrm>
        </p:spPr>
        <p:txBody>
          <a:bodyPr/>
          <a:lstStyle/>
          <a:p>
            <a:endParaRPr lang="en-US"/>
          </a:p>
        </p:txBody>
      </p:sp>
      <p:sp>
        <p:nvSpPr>
          <p:cNvPr id="20" name="Picture Placeholder 7">
            <a:extLst>
              <a:ext uri="{FF2B5EF4-FFF2-40B4-BE49-F238E27FC236}">
                <a16:creationId xmlns:a16="http://schemas.microsoft.com/office/drawing/2014/main" id="{8B7D5964-7A97-5742-8717-CCB747F84A08}"/>
              </a:ext>
            </a:extLst>
          </p:cNvPr>
          <p:cNvSpPr>
            <a:spLocks noGrp="1"/>
          </p:cNvSpPr>
          <p:nvPr>
            <p:ph type="pic" sz="quarter" idx="24"/>
          </p:nvPr>
        </p:nvSpPr>
        <p:spPr>
          <a:xfrm>
            <a:off x="5015705" y="1640942"/>
            <a:ext cx="2160587" cy="2160588"/>
          </a:xfrm>
        </p:spPr>
        <p:txBody>
          <a:bodyPr/>
          <a:lstStyle/>
          <a:p>
            <a:endParaRPr lang="en-US"/>
          </a:p>
        </p:txBody>
      </p:sp>
      <p:sp>
        <p:nvSpPr>
          <p:cNvPr id="21" name="Picture Placeholder 7">
            <a:extLst>
              <a:ext uri="{FF2B5EF4-FFF2-40B4-BE49-F238E27FC236}">
                <a16:creationId xmlns:a16="http://schemas.microsoft.com/office/drawing/2014/main" id="{344933FE-A401-A841-9AC3-B75285AA32D2}"/>
              </a:ext>
            </a:extLst>
          </p:cNvPr>
          <p:cNvSpPr>
            <a:spLocks noGrp="1"/>
          </p:cNvSpPr>
          <p:nvPr>
            <p:ph type="pic" sz="quarter" idx="25"/>
          </p:nvPr>
        </p:nvSpPr>
        <p:spPr>
          <a:xfrm>
            <a:off x="8569236" y="1640942"/>
            <a:ext cx="2160587" cy="2160588"/>
          </a:xfrm>
        </p:spPr>
        <p:txBody>
          <a:bodyPr/>
          <a:lstStyle/>
          <a:p>
            <a:endParaRPr lang="en-US"/>
          </a:p>
        </p:txBody>
      </p:sp>
    </p:spTree>
    <p:extLst>
      <p:ext uri="{BB962C8B-B14F-4D97-AF65-F5344CB8AC3E}">
        <p14:creationId xmlns:p14="http://schemas.microsoft.com/office/powerpoint/2010/main" val="36116316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End pag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E2CE188-32E7-4242-9E44-E8055FC030C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54002" y="5511600"/>
            <a:ext cx="2242795" cy="397958"/>
          </a:xfrm>
          <a:prstGeom prst="rect">
            <a:avLst/>
          </a:prstGeom>
        </p:spPr>
      </p:pic>
      <p:sp>
        <p:nvSpPr>
          <p:cNvPr id="2" name="Title 1">
            <a:extLst>
              <a:ext uri="{FF2B5EF4-FFF2-40B4-BE49-F238E27FC236}">
                <a16:creationId xmlns:a16="http://schemas.microsoft.com/office/drawing/2014/main" id="{7381B53D-9933-445F-9B68-E730EB38A5A9}"/>
              </a:ext>
            </a:extLst>
          </p:cNvPr>
          <p:cNvSpPr>
            <a:spLocks noGrp="1"/>
          </p:cNvSpPr>
          <p:nvPr>
            <p:ph type="ctrTitle"/>
          </p:nvPr>
        </p:nvSpPr>
        <p:spPr>
          <a:xfrm>
            <a:off x="926844" y="1964352"/>
            <a:ext cx="11828559" cy="1051570"/>
          </a:xfrm>
        </p:spPr>
        <p:txBody>
          <a:bodyPr vert="horz" wrap="none" lIns="0" tIns="0" rIns="0" bIns="0" rtlCol="0" anchor="t" anchorCtr="0">
            <a:noAutofit/>
          </a:bodyPr>
          <a:lstStyle>
            <a:lvl1pPr>
              <a:lnSpc>
                <a:spcPct val="100000"/>
              </a:lnSpc>
              <a:defRPr lang="en-GB" sz="7386" spc="-300" baseline="0" dirty="0">
                <a:solidFill>
                  <a:schemeClr val="bg1"/>
                </a:solidFill>
              </a:defRPr>
            </a:lvl1pPr>
          </a:lstStyle>
          <a:p>
            <a:pPr lvl="0">
              <a:lnSpc>
                <a:spcPts val="8186"/>
              </a:lnSpc>
            </a:pPr>
            <a:r>
              <a:rPr lang="en-US"/>
              <a:t>Click to edit Master title style</a:t>
            </a:r>
            <a:endParaRPr lang="en-GB"/>
          </a:p>
        </p:txBody>
      </p:sp>
      <p:sp>
        <p:nvSpPr>
          <p:cNvPr id="5" name="Footer Placeholder 4">
            <a:extLst>
              <a:ext uri="{FF2B5EF4-FFF2-40B4-BE49-F238E27FC236}">
                <a16:creationId xmlns:a16="http://schemas.microsoft.com/office/drawing/2014/main" id="{CA2BE80A-BFEC-E24A-B510-73A571F1F04F}"/>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8E5B25B4-144A-5B4A-8EAD-2022412DF2F1}"/>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8621701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1A62CF-E2B4-496D-829D-DCE37260977D}"/>
              </a:ext>
            </a:extLst>
          </p:cNvPr>
          <p:cNvSpPr>
            <a:spLocks noGrp="1"/>
          </p:cNvSpPr>
          <p:nvPr>
            <p:ph type="title"/>
          </p:nvPr>
        </p:nvSpPr>
        <p:spPr>
          <a:xfrm>
            <a:off x="954000" y="1890000"/>
            <a:ext cx="10279150" cy="365125"/>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FD84EF4-0E07-4BF3-A4AB-3E8632AA79AD}"/>
              </a:ext>
            </a:extLst>
          </p:cNvPr>
          <p:cNvSpPr>
            <a:spLocks noGrp="1"/>
          </p:cNvSpPr>
          <p:nvPr>
            <p:ph type="body" idx="1"/>
          </p:nvPr>
        </p:nvSpPr>
        <p:spPr>
          <a:xfrm>
            <a:off x="970139" y="2717600"/>
            <a:ext cx="10279150" cy="31752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GB"/>
              <a:t>Fourth level</a:t>
            </a:r>
          </a:p>
          <a:p>
            <a:pPr lvl="4"/>
            <a:r>
              <a:rPr lang="en-GB" b="1"/>
              <a:t>Fifth level</a:t>
            </a:r>
            <a:endParaRPr lang="en-GB"/>
          </a:p>
        </p:txBody>
      </p:sp>
      <p:sp>
        <p:nvSpPr>
          <p:cNvPr id="5" name="Footer Placeholder 4">
            <a:extLst>
              <a:ext uri="{FF2B5EF4-FFF2-40B4-BE49-F238E27FC236}">
                <a16:creationId xmlns:a16="http://schemas.microsoft.com/office/drawing/2014/main" id="{3B527A5D-B761-4C2F-97E6-5D8254424B8B}"/>
              </a:ext>
            </a:extLst>
          </p:cNvPr>
          <p:cNvSpPr>
            <a:spLocks noGrp="1"/>
          </p:cNvSpPr>
          <p:nvPr>
            <p:ph type="ftr" sz="quarter" idx="3"/>
          </p:nvPr>
        </p:nvSpPr>
        <p:spPr>
          <a:xfrm>
            <a:off x="970139" y="775255"/>
            <a:ext cx="7176911" cy="230832"/>
          </a:xfrm>
          <a:prstGeom prst="rect">
            <a:avLst/>
          </a:prstGeom>
        </p:spPr>
        <p:txBody>
          <a:bodyPr vert="horz" lIns="0" tIns="0" rIns="0" bIns="0" rtlCol="0" anchor="t" anchorCtr="0">
            <a:spAutoFit/>
          </a:bodyPr>
          <a:lstStyle>
            <a:lvl1pPr algn="l">
              <a:defRPr sz="1500">
                <a:solidFill>
                  <a:schemeClr val="tx1">
                    <a:tint val="75000"/>
                  </a:schemeClr>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9CD661B1-4E4B-4F85-ACA3-C34023D70282}"/>
              </a:ext>
            </a:extLst>
          </p:cNvPr>
          <p:cNvSpPr>
            <a:spLocks noGrp="1"/>
          </p:cNvSpPr>
          <p:nvPr>
            <p:ph type="sldNum" sz="quarter" idx="4"/>
          </p:nvPr>
        </p:nvSpPr>
        <p:spPr>
          <a:xfrm>
            <a:off x="9821333" y="783355"/>
            <a:ext cx="1400528" cy="230832"/>
          </a:xfrm>
          <a:prstGeom prst="rect">
            <a:avLst/>
          </a:prstGeom>
        </p:spPr>
        <p:txBody>
          <a:bodyPr vert="horz" wrap="square" lIns="0" tIns="0" rIns="0" bIns="0" rtlCol="0" anchor="t" anchorCtr="0">
            <a:spAutoFit/>
          </a:bodyPr>
          <a:lstStyle>
            <a:lvl1pPr algn="r">
              <a:defRPr sz="1500" b="1">
                <a:solidFill>
                  <a:schemeClr val="tx1">
                    <a:tint val="75000"/>
                  </a:schemeClr>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1619008365"/>
      </p:ext>
    </p:extLst>
  </p:cSld>
  <p:clrMap bg1="lt1" tx1="dk1" bg2="lt2" tx2="dk2" accent1="accent1" accent2="accent2" accent3="accent3" accent4="accent4" accent5="accent5" accent6="accent6" hlink="hlink" folHlink="folHlink"/>
  <p:sldLayoutIdLst>
    <p:sldLayoutId id="2147483675" r:id="rId1"/>
    <p:sldLayoutId id="2147483663" r:id="rId2"/>
    <p:sldLayoutId id="2147483677" r:id="rId3"/>
    <p:sldLayoutId id="2147483652" r:id="rId4"/>
    <p:sldLayoutId id="2147483682" r:id="rId5"/>
    <p:sldLayoutId id="2147483721" r:id="rId6"/>
    <p:sldLayoutId id="2147483722" r:id="rId7"/>
    <p:sldLayoutId id="2147483684" r:id="rId8"/>
    <p:sldLayoutId id="2147483685" r:id="rId9"/>
    <p:sldLayoutId id="2147483686" r:id="rId10"/>
    <p:sldLayoutId id="2147483723" r:id="rId11"/>
    <p:sldLayoutId id="2147483706" r:id="rId12"/>
    <p:sldLayoutId id="2147483697" r:id="rId13"/>
  </p:sldLayoutIdLst>
  <p:hf hdr="0" dt="0"/>
  <p:txStyles>
    <p:titleStyle>
      <a:lvl1pPr algn="l" defTabSz="914400" rtl="0" eaLnBrk="1" latinLnBrk="0" hangingPunct="1">
        <a:lnSpc>
          <a:spcPts val="3600"/>
        </a:lnSpc>
        <a:spcBef>
          <a:spcPct val="0"/>
        </a:spcBef>
        <a:buNone/>
        <a:defRPr sz="3600" b="1" kern="2000" spc="-100" baseline="0">
          <a:solidFill>
            <a:srgbClr val="203232"/>
          </a:solidFill>
          <a:latin typeface="+mj-lt"/>
          <a:ea typeface="+mj-ea"/>
          <a:cs typeface="+mj-cs"/>
        </a:defRPr>
      </a:lvl1pPr>
    </p:titleStyle>
    <p:bodyStyle>
      <a:lvl1pPr marL="0" indent="0" algn="l" defTabSz="914400" rtl="0" eaLnBrk="1" latinLnBrk="0" hangingPunct="1">
        <a:lnSpc>
          <a:spcPts val="2880"/>
        </a:lnSpc>
        <a:spcBef>
          <a:spcPts val="0"/>
        </a:spcBef>
        <a:spcAft>
          <a:spcPts val="992"/>
        </a:spcAft>
        <a:buFont typeface="Arial" panose="020B0604020202020204" pitchFamily="34" charset="0"/>
        <a:buNone/>
        <a:defRPr sz="2400" b="1" kern="2000" spc="-100" baseline="0">
          <a:solidFill>
            <a:srgbClr val="203232"/>
          </a:solidFill>
          <a:latin typeface="+mn-lt"/>
          <a:ea typeface="+mn-ea"/>
          <a:cs typeface="+mn-cs"/>
        </a:defRPr>
      </a:lvl1pPr>
      <a:lvl2pPr marL="0" indent="0" algn="l" defTabSz="914400" rtl="0" eaLnBrk="1" latinLnBrk="0" hangingPunct="1">
        <a:lnSpc>
          <a:spcPts val="2880"/>
        </a:lnSpc>
        <a:spcBef>
          <a:spcPts val="0"/>
        </a:spcBef>
        <a:spcAft>
          <a:spcPts val="992"/>
        </a:spcAft>
        <a:buFont typeface="Arial" panose="020B0604020202020204" pitchFamily="34" charset="0"/>
        <a:buNone/>
        <a:defRPr sz="2400" kern="2000" spc="-100" baseline="0">
          <a:solidFill>
            <a:srgbClr val="203232"/>
          </a:solidFill>
          <a:latin typeface="+mn-lt"/>
          <a:ea typeface="+mn-ea"/>
          <a:cs typeface="+mn-cs"/>
        </a:defRPr>
      </a:lvl2pPr>
      <a:lvl3pPr marL="216000" indent="-216000" algn="l" defTabSz="914400" rtl="0" eaLnBrk="1" latinLnBrk="0" hangingPunct="1">
        <a:lnSpc>
          <a:spcPts val="2880"/>
        </a:lnSpc>
        <a:spcBef>
          <a:spcPts val="0"/>
        </a:spcBef>
        <a:spcAft>
          <a:spcPts val="992"/>
        </a:spcAft>
        <a:buFont typeface="Arial" panose="020B0604020202020204" pitchFamily="34" charset="0"/>
        <a:buChar char="■"/>
        <a:defRPr sz="2400" kern="2000" spc="-100" baseline="0">
          <a:solidFill>
            <a:srgbClr val="203232"/>
          </a:solidFill>
          <a:latin typeface="+mn-lt"/>
          <a:ea typeface="+mn-ea"/>
          <a:cs typeface="+mn-cs"/>
        </a:defRPr>
      </a:lvl3pPr>
      <a:lvl4pPr marL="0" indent="0" algn="l" defTabSz="914400" rtl="0" eaLnBrk="1" latinLnBrk="0" hangingPunct="1">
        <a:lnSpc>
          <a:spcPts val="2160"/>
        </a:lnSpc>
        <a:spcBef>
          <a:spcPts val="0"/>
        </a:spcBef>
        <a:buFont typeface="Arial" panose="020B0604020202020204" pitchFamily="34" charset="0"/>
        <a:buNone/>
        <a:defRPr sz="1800" kern="1200">
          <a:solidFill>
            <a:srgbClr val="203232"/>
          </a:solidFill>
          <a:latin typeface="+mn-lt"/>
          <a:ea typeface="+mn-ea"/>
          <a:cs typeface="+mn-cs"/>
        </a:defRPr>
      </a:lvl4pPr>
      <a:lvl5pPr marL="0" indent="0" algn="l" defTabSz="914400" rtl="0" eaLnBrk="1" latinLnBrk="0" hangingPunct="1">
        <a:lnSpc>
          <a:spcPts val="2160"/>
        </a:lnSpc>
        <a:spcBef>
          <a:spcPts val="0"/>
        </a:spcBef>
        <a:buFont typeface="Arial" panose="020B0604020202020204" pitchFamily="34" charset="0"/>
        <a:buNone/>
        <a:defRPr sz="1800" b="1" kern="1200">
          <a:solidFill>
            <a:srgbClr val="20323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4" pos="604" userDrawn="1">
          <p15:clr>
            <a:srgbClr val="F26B43"/>
          </p15:clr>
        </p15:guide>
        <p15:guide id="5" pos="7076" userDrawn="1">
          <p15:clr>
            <a:srgbClr val="F26B43"/>
          </p15:clr>
        </p15:guide>
        <p15:guide id="6" orient="horz" pos="2160" userDrawn="1">
          <p15:clr>
            <a:srgbClr val="F26B43"/>
          </p15:clr>
        </p15:guide>
        <p15:guide id="7" orient="horz" userDrawn="1">
          <p15:clr>
            <a:srgbClr val="F26B43"/>
          </p15:clr>
        </p15:guide>
        <p15:guide id="8" orient="horz" pos="604" userDrawn="1">
          <p15:clr>
            <a:srgbClr val="F26B43"/>
          </p15:clr>
        </p15:guide>
        <p15:guide id="10" orient="horz" pos="3712" userDrawn="1">
          <p15:clr>
            <a:srgbClr val="F26B43"/>
          </p15:clr>
        </p15:guide>
        <p15:guide id="11" orient="horz" pos="118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0AEE4-CC66-FE42-B0C3-2CC7AFD37D1C}"/>
              </a:ext>
            </a:extLst>
          </p:cNvPr>
          <p:cNvSpPr>
            <a:spLocks noGrp="1"/>
          </p:cNvSpPr>
          <p:nvPr>
            <p:ph type="ctrTitle"/>
          </p:nvPr>
        </p:nvSpPr>
        <p:spPr/>
        <p:txBody>
          <a:bodyPr vert="horz" lIns="0" tIns="0" rIns="0" bIns="0" rtlCol="0" anchor="t" anchorCtr="0">
            <a:normAutofit fontScale="90000"/>
          </a:bodyPr>
          <a:lstStyle/>
          <a:p>
            <a:r>
              <a:rPr lang="en-US" dirty="0"/>
              <a:t>Research Question – </a:t>
            </a:r>
            <a:br>
              <a:rPr lang="en-US" dirty="0"/>
            </a:br>
            <a:r>
              <a:rPr lang="en-US" sz="4000" dirty="0"/>
              <a:t>Tutorial Presentation for Feedback</a:t>
            </a:r>
            <a:br>
              <a:rPr lang="en-US" sz="4000" dirty="0"/>
            </a:br>
            <a:r>
              <a:rPr lang="en-US" sz="2200" dirty="0"/>
              <a:t>Date: 24 - 11 - 2025</a:t>
            </a:r>
            <a:endParaRPr lang="en-US" sz="8000" dirty="0"/>
          </a:p>
        </p:txBody>
      </p:sp>
      <p:sp>
        <p:nvSpPr>
          <p:cNvPr id="3" name="Subtitle 2">
            <a:extLst>
              <a:ext uri="{FF2B5EF4-FFF2-40B4-BE49-F238E27FC236}">
                <a16:creationId xmlns:a16="http://schemas.microsoft.com/office/drawing/2014/main" id="{8275DA97-5166-7F4B-BC83-F50AC8BEDCD7}"/>
              </a:ext>
            </a:extLst>
          </p:cNvPr>
          <p:cNvSpPr>
            <a:spLocks noGrp="1"/>
          </p:cNvSpPr>
          <p:nvPr>
            <p:ph type="subTitle" idx="1"/>
          </p:nvPr>
        </p:nvSpPr>
        <p:spPr>
          <a:xfrm>
            <a:off x="965205" y="1867588"/>
            <a:ext cx="10176833" cy="371205"/>
          </a:xfrm>
        </p:spPr>
        <p:txBody>
          <a:bodyPr vert="horz" lIns="0" tIns="0" rIns="0" bIns="0" rtlCol="0" anchor="t">
            <a:noAutofit/>
          </a:bodyPr>
          <a:lstStyle/>
          <a:p>
            <a:r>
              <a:rPr lang="en-US" sz="2000" dirty="0"/>
              <a:t>Group Name: A 104                                                            Name of Student Presenting: Faraaz Malik</a:t>
            </a:r>
          </a:p>
        </p:txBody>
      </p:sp>
      <p:sp>
        <p:nvSpPr>
          <p:cNvPr id="4" name="Footer Placeholder 3">
            <a:extLst>
              <a:ext uri="{FF2B5EF4-FFF2-40B4-BE49-F238E27FC236}">
                <a16:creationId xmlns:a16="http://schemas.microsoft.com/office/drawing/2014/main" id="{6E7F4D14-5620-EC41-A86C-6CC3CFD691B4}"/>
              </a:ext>
            </a:extLst>
          </p:cNvPr>
          <p:cNvSpPr>
            <a:spLocks noGrp="1"/>
          </p:cNvSpPr>
          <p:nvPr>
            <p:ph type="ftr" sz="quarter" idx="11"/>
          </p:nvPr>
        </p:nvSpPr>
        <p:spPr>
          <a:xfrm>
            <a:off x="965289" y="274320"/>
            <a:ext cx="10455567" cy="736245"/>
          </a:xfrm>
        </p:spPr>
        <p:txBody>
          <a:bodyPr/>
          <a:lstStyle/>
          <a:p>
            <a:r>
              <a:rPr lang="en-GB" dirty="0"/>
              <a:t>7COM1079-2025  Student Group No: A 104              Names of Student Attendees  (all group should attend to get feedback): </a:t>
            </a:r>
          </a:p>
        </p:txBody>
      </p:sp>
    </p:spTree>
    <p:extLst>
      <p:ext uri="{BB962C8B-B14F-4D97-AF65-F5344CB8AC3E}">
        <p14:creationId xmlns:p14="http://schemas.microsoft.com/office/powerpoint/2010/main" val="41485325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E3CD731-5ACF-B002-247D-243F6E2149EC}"/>
              </a:ext>
            </a:extLst>
          </p:cNvPr>
          <p:cNvSpPr>
            <a:spLocks noGrp="1"/>
          </p:cNvSpPr>
          <p:nvPr>
            <p:ph type="subTitle" idx="1"/>
          </p:nvPr>
        </p:nvSpPr>
        <p:spPr>
          <a:xfrm>
            <a:off x="965289" y="1147638"/>
            <a:ext cx="9753625" cy="432537"/>
          </a:xfrm>
        </p:spPr>
        <p:txBody>
          <a:bodyPr vert="horz" lIns="0" tIns="0" rIns="0" bIns="0" rtlCol="0" anchor="t">
            <a:noAutofit/>
          </a:bodyPr>
          <a:lstStyle/>
          <a:p>
            <a:pPr>
              <a:spcAft>
                <a:spcPts val="0"/>
              </a:spcAft>
            </a:pPr>
            <a:r>
              <a:rPr lang="en-GB">
                <a:solidFill>
                  <a:srgbClr val="203232"/>
                </a:solidFill>
                <a:cs typeface="Arial"/>
              </a:rPr>
              <a:t>Here is a sample of our dataset: </a:t>
            </a:r>
            <a:endParaRPr lang="en-GB" sz="1800">
              <a:solidFill>
                <a:srgbClr val="FF0000"/>
              </a:solidFill>
              <a:cs typeface="Arial"/>
            </a:endParaRPr>
          </a:p>
        </p:txBody>
      </p:sp>
      <p:sp>
        <p:nvSpPr>
          <p:cNvPr id="3" name="Footer Placeholder 2">
            <a:extLst>
              <a:ext uri="{FF2B5EF4-FFF2-40B4-BE49-F238E27FC236}">
                <a16:creationId xmlns:a16="http://schemas.microsoft.com/office/drawing/2014/main" id="{3C4D431B-7665-75B0-2D73-5BD588DCB766}"/>
              </a:ext>
            </a:extLst>
          </p:cNvPr>
          <p:cNvSpPr>
            <a:spLocks noGrp="1"/>
          </p:cNvSpPr>
          <p:nvPr>
            <p:ph type="ftr" sz="quarter" idx="11"/>
          </p:nvPr>
        </p:nvSpPr>
        <p:spPr/>
        <p:txBody>
          <a:bodyPr/>
          <a:lstStyle/>
          <a:p>
            <a:r>
              <a:rPr lang="en-GB" dirty="0"/>
              <a:t>PRE 7COM1079-2025  Student Group No:  A 104</a:t>
            </a:r>
          </a:p>
        </p:txBody>
      </p:sp>
      <p:sp>
        <p:nvSpPr>
          <p:cNvPr id="4" name="Slide Number Placeholder 3">
            <a:extLst>
              <a:ext uri="{FF2B5EF4-FFF2-40B4-BE49-F238E27FC236}">
                <a16:creationId xmlns:a16="http://schemas.microsoft.com/office/drawing/2014/main" id="{1625FA15-B17F-387B-E383-5505647ABB89}"/>
              </a:ext>
            </a:extLst>
          </p:cNvPr>
          <p:cNvSpPr>
            <a:spLocks noGrp="1"/>
          </p:cNvSpPr>
          <p:nvPr>
            <p:ph type="sldNum" sz="quarter" idx="12"/>
          </p:nvPr>
        </p:nvSpPr>
        <p:spPr>
          <a:xfrm>
            <a:off x="10616400" y="791022"/>
            <a:ext cx="622800" cy="230832"/>
          </a:xfrm>
        </p:spPr>
        <p:txBody>
          <a:bodyPr/>
          <a:lstStyle/>
          <a:p>
            <a:r>
              <a:rPr lang="en-US" dirty="0"/>
              <a:t>2</a:t>
            </a:r>
            <a:endParaRPr lang="en-GB" dirty="0"/>
          </a:p>
        </p:txBody>
      </p:sp>
      <p:sp>
        <p:nvSpPr>
          <p:cNvPr id="8" name="Title 7">
            <a:extLst>
              <a:ext uri="{FF2B5EF4-FFF2-40B4-BE49-F238E27FC236}">
                <a16:creationId xmlns:a16="http://schemas.microsoft.com/office/drawing/2014/main" id="{6E140EA5-BB03-811F-4631-603A97631914}"/>
              </a:ext>
            </a:extLst>
          </p:cNvPr>
          <p:cNvSpPr>
            <a:spLocks noGrp="1"/>
          </p:cNvSpPr>
          <p:nvPr>
            <p:ph type="ctrTitle"/>
          </p:nvPr>
        </p:nvSpPr>
        <p:spPr>
          <a:xfrm>
            <a:off x="964884" y="1585594"/>
            <a:ext cx="9965844" cy="3983355"/>
          </a:xfrm>
        </p:spPr>
        <p:txBody>
          <a:bodyPr vert="horz" lIns="0" tIns="0" rIns="0" bIns="0" rtlCol="0" anchor="t" anchorCtr="0">
            <a:noAutofit/>
          </a:bodyPr>
          <a:lstStyle/>
          <a:p>
            <a:pPr marL="742950" indent="-742950">
              <a:lnSpc>
                <a:spcPts val="2880"/>
              </a:lnSpc>
              <a:spcBef>
                <a:spcPts val="0"/>
              </a:spcBef>
              <a:spcAft>
                <a:spcPts val="992"/>
              </a:spcAft>
              <a:buAutoNum type="arabicPeriod"/>
            </a:pPr>
            <a:r>
              <a:rPr lang="en-GB" sz="2200" dirty="0">
                <a:solidFill>
                  <a:srgbClr val="FF0000"/>
                </a:solidFill>
                <a:cs typeface="Arial"/>
              </a:rPr>
              <a:t>Variables included in our research question: </a:t>
            </a:r>
            <a:r>
              <a:rPr lang="en-GB" sz="2200" dirty="0">
                <a:solidFill>
                  <a:srgbClr val="203232"/>
                </a:solidFill>
                <a:cs typeface="Arial"/>
              </a:rPr>
              <a:t>Quality of Sleep, Stress Level</a:t>
            </a:r>
            <a:endParaRPr lang="en-GB" sz="2200">
              <a:cs typeface="Arial"/>
            </a:endParaRPr>
          </a:p>
          <a:p>
            <a:pPr marL="742950" indent="-742950">
              <a:lnSpc>
                <a:spcPts val="2880"/>
              </a:lnSpc>
              <a:spcBef>
                <a:spcPts val="0"/>
              </a:spcBef>
              <a:spcAft>
                <a:spcPts val="992"/>
              </a:spcAft>
              <a:buAutoNum type="arabicPeriod"/>
            </a:pPr>
            <a:r>
              <a:rPr lang="en-GB" sz="2200" dirty="0">
                <a:solidFill>
                  <a:srgbClr val="FF0000"/>
                </a:solidFill>
                <a:cs typeface="Arial"/>
              </a:rPr>
              <a:t>5 rows of the dataset</a:t>
            </a:r>
            <a:br>
              <a:rPr lang="en-GB" sz="2200" dirty="0">
                <a:cs typeface="Arial"/>
              </a:rPr>
            </a:br>
            <a:br>
              <a:rPr lang="en-GB" sz="2200" dirty="0">
                <a:cs typeface="Arial"/>
              </a:rPr>
            </a:br>
            <a:br>
              <a:rPr lang="en-GB" sz="2200" dirty="0">
                <a:cs typeface="Arial"/>
              </a:rPr>
            </a:br>
            <a:br>
              <a:rPr lang="en-GB" sz="2200" dirty="0">
                <a:cs typeface="Arial"/>
              </a:rPr>
            </a:br>
            <a:br>
              <a:rPr lang="en-GB" sz="2200" dirty="0">
                <a:cs typeface="Arial"/>
              </a:rPr>
            </a:br>
            <a:br>
              <a:rPr lang="en-GB" sz="2200" dirty="0">
                <a:cs typeface="Arial"/>
              </a:rPr>
            </a:br>
            <a:br>
              <a:rPr lang="en-GB" sz="2200" dirty="0">
                <a:cs typeface="Arial"/>
              </a:rPr>
            </a:br>
            <a:endParaRPr lang="en-GB" sz="2200" dirty="0">
              <a:solidFill>
                <a:srgbClr val="FF0000"/>
              </a:solidFill>
              <a:cs typeface="Arial"/>
            </a:endParaRPr>
          </a:p>
          <a:p>
            <a:pPr marL="742950" indent="-742950">
              <a:lnSpc>
                <a:spcPts val="2880"/>
              </a:lnSpc>
              <a:spcBef>
                <a:spcPts val="0"/>
              </a:spcBef>
              <a:spcAft>
                <a:spcPts val="992"/>
              </a:spcAft>
              <a:buAutoNum type="arabicPeriod"/>
            </a:pPr>
            <a:r>
              <a:rPr lang="en-GB" sz="2200" dirty="0">
                <a:solidFill>
                  <a:srgbClr val="FF0000"/>
                </a:solidFill>
                <a:cs typeface="Arial"/>
              </a:rPr>
              <a:t>Our dataset has a total of </a:t>
            </a:r>
            <a:r>
              <a:rPr lang="en-GB" sz="2200" dirty="0">
                <a:solidFill>
                  <a:srgbClr val="203232"/>
                </a:solidFill>
                <a:cs typeface="Arial"/>
              </a:rPr>
              <a:t>374</a:t>
            </a:r>
            <a:r>
              <a:rPr lang="en-GB" sz="2200" dirty="0">
                <a:solidFill>
                  <a:srgbClr val="FF0000"/>
                </a:solidFill>
                <a:cs typeface="Arial"/>
              </a:rPr>
              <a:t> rows and </a:t>
            </a:r>
            <a:r>
              <a:rPr lang="en-GB" sz="2200" dirty="0">
                <a:solidFill>
                  <a:srgbClr val="203232"/>
                </a:solidFill>
                <a:cs typeface="Arial"/>
              </a:rPr>
              <a:t>13</a:t>
            </a:r>
            <a:r>
              <a:rPr lang="en-GB" sz="2200" dirty="0">
                <a:solidFill>
                  <a:srgbClr val="FF0000"/>
                </a:solidFill>
                <a:cs typeface="Arial"/>
              </a:rPr>
              <a:t> columns.</a:t>
            </a:r>
          </a:p>
          <a:p>
            <a:endParaRPr lang="en-US" sz="2400" dirty="0">
              <a:solidFill>
                <a:srgbClr val="FF0000"/>
              </a:solidFill>
              <a:cs typeface="Arial"/>
            </a:endParaRPr>
          </a:p>
        </p:txBody>
      </p:sp>
      <p:graphicFrame>
        <p:nvGraphicFramePr>
          <p:cNvPr id="7" name="Table 6">
            <a:extLst>
              <a:ext uri="{FF2B5EF4-FFF2-40B4-BE49-F238E27FC236}">
                <a16:creationId xmlns:a16="http://schemas.microsoft.com/office/drawing/2014/main" id="{9DDE58EE-0B20-4B86-F5B6-0F91301DAE58}"/>
              </a:ext>
            </a:extLst>
          </p:cNvPr>
          <p:cNvGraphicFramePr>
            <a:graphicFrameLocks noGrp="1"/>
          </p:cNvGraphicFramePr>
          <p:nvPr>
            <p:extLst>
              <p:ext uri="{D42A27DB-BD31-4B8C-83A1-F6EECF244321}">
                <p14:modId xmlns:p14="http://schemas.microsoft.com/office/powerpoint/2010/main" val="1348805321"/>
              </p:ext>
            </p:extLst>
          </p:nvPr>
        </p:nvGraphicFramePr>
        <p:xfrm>
          <a:off x="963706" y="2465294"/>
          <a:ext cx="10863553" cy="2727427"/>
        </p:xfrm>
        <a:graphic>
          <a:graphicData uri="http://schemas.openxmlformats.org/drawingml/2006/table">
            <a:tbl>
              <a:tblPr firstRow="1" bandRow="1">
                <a:tableStyleId>{5C22544A-7EE6-4342-B048-85BDC9FD1C3A}</a:tableStyleId>
              </a:tblPr>
              <a:tblGrid>
                <a:gridCol w="731629">
                  <a:extLst>
                    <a:ext uri="{9D8B030D-6E8A-4147-A177-3AD203B41FA5}">
                      <a16:colId xmlns:a16="http://schemas.microsoft.com/office/drawing/2014/main" val="3877638525"/>
                    </a:ext>
                  </a:extLst>
                </a:gridCol>
                <a:gridCol w="731626">
                  <a:extLst>
                    <a:ext uri="{9D8B030D-6E8A-4147-A177-3AD203B41FA5}">
                      <a16:colId xmlns:a16="http://schemas.microsoft.com/office/drawing/2014/main" val="2554293258"/>
                    </a:ext>
                  </a:extLst>
                </a:gridCol>
                <a:gridCol w="496956">
                  <a:extLst>
                    <a:ext uri="{9D8B030D-6E8A-4147-A177-3AD203B41FA5}">
                      <a16:colId xmlns:a16="http://schemas.microsoft.com/office/drawing/2014/main" val="4075122552"/>
                    </a:ext>
                  </a:extLst>
                </a:gridCol>
                <a:gridCol w="1559891">
                  <a:extLst>
                    <a:ext uri="{9D8B030D-6E8A-4147-A177-3AD203B41FA5}">
                      <a16:colId xmlns:a16="http://schemas.microsoft.com/office/drawing/2014/main" val="1433541503"/>
                    </a:ext>
                  </a:extLst>
                </a:gridCol>
                <a:gridCol w="855846">
                  <a:extLst>
                    <a:ext uri="{9D8B030D-6E8A-4147-A177-3AD203B41FA5}">
                      <a16:colId xmlns:a16="http://schemas.microsoft.com/office/drawing/2014/main" val="3953001528"/>
                    </a:ext>
                  </a:extLst>
                </a:gridCol>
                <a:gridCol w="704020">
                  <a:extLst>
                    <a:ext uri="{9D8B030D-6E8A-4147-A177-3AD203B41FA5}">
                      <a16:colId xmlns:a16="http://schemas.microsoft.com/office/drawing/2014/main" val="51307710"/>
                    </a:ext>
                  </a:extLst>
                </a:gridCol>
                <a:gridCol w="814456">
                  <a:extLst>
                    <a:ext uri="{9D8B030D-6E8A-4147-A177-3AD203B41FA5}">
                      <a16:colId xmlns:a16="http://schemas.microsoft.com/office/drawing/2014/main" val="110356398"/>
                    </a:ext>
                  </a:extLst>
                </a:gridCol>
                <a:gridCol w="662607">
                  <a:extLst>
                    <a:ext uri="{9D8B030D-6E8A-4147-A177-3AD203B41FA5}">
                      <a16:colId xmlns:a16="http://schemas.microsoft.com/office/drawing/2014/main" val="466120850"/>
                    </a:ext>
                  </a:extLst>
                </a:gridCol>
                <a:gridCol w="850970">
                  <a:extLst>
                    <a:ext uri="{9D8B030D-6E8A-4147-A177-3AD203B41FA5}">
                      <a16:colId xmlns:a16="http://schemas.microsoft.com/office/drawing/2014/main" val="1041479191"/>
                    </a:ext>
                  </a:extLst>
                </a:gridCol>
                <a:gridCol w="855869">
                  <a:extLst>
                    <a:ext uri="{9D8B030D-6E8A-4147-A177-3AD203B41FA5}">
                      <a16:colId xmlns:a16="http://schemas.microsoft.com/office/drawing/2014/main" val="3445482437"/>
                    </a:ext>
                  </a:extLst>
                </a:gridCol>
                <a:gridCol w="779066">
                  <a:extLst>
                    <a:ext uri="{9D8B030D-6E8A-4147-A177-3AD203B41FA5}">
                      <a16:colId xmlns:a16="http://schemas.microsoft.com/office/drawing/2014/main" val="2058842202"/>
                    </a:ext>
                  </a:extLst>
                </a:gridCol>
                <a:gridCol w="702465">
                  <a:extLst>
                    <a:ext uri="{9D8B030D-6E8A-4147-A177-3AD203B41FA5}">
                      <a16:colId xmlns:a16="http://schemas.microsoft.com/office/drawing/2014/main" val="4197271246"/>
                    </a:ext>
                  </a:extLst>
                </a:gridCol>
                <a:gridCol w="1118152">
                  <a:extLst>
                    <a:ext uri="{9D8B030D-6E8A-4147-A177-3AD203B41FA5}">
                      <a16:colId xmlns:a16="http://schemas.microsoft.com/office/drawing/2014/main" val="1167836133"/>
                    </a:ext>
                  </a:extLst>
                </a:gridCol>
              </a:tblGrid>
              <a:tr h="693575">
                <a:tc>
                  <a:txBody>
                    <a:bodyPr/>
                    <a:lstStyle/>
                    <a:p>
                      <a:r>
                        <a:rPr lang="en-GB" sz="1200" b="1" dirty="0"/>
                        <a:t>Person ID</a:t>
                      </a:r>
                    </a:p>
                  </a:txBody>
                  <a:tcPr/>
                </a:tc>
                <a:tc>
                  <a:txBody>
                    <a:bodyPr/>
                    <a:lstStyle/>
                    <a:p>
                      <a:r>
                        <a:rPr lang="en-GB" sz="1200" b="1" dirty="0"/>
                        <a:t>Gender</a:t>
                      </a:r>
                    </a:p>
                  </a:txBody>
                  <a:tcPr/>
                </a:tc>
                <a:tc>
                  <a:txBody>
                    <a:bodyPr/>
                    <a:lstStyle/>
                    <a:p>
                      <a:r>
                        <a:rPr lang="en-GB" sz="1200" b="1" dirty="0"/>
                        <a:t>Age</a:t>
                      </a:r>
                    </a:p>
                  </a:txBody>
                  <a:tcPr/>
                </a:tc>
                <a:tc>
                  <a:txBody>
                    <a:bodyPr/>
                    <a:lstStyle/>
                    <a:p>
                      <a:r>
                        <a:rPr lang="en-GB" sz="1200" b="1" dirty="0"/>
                        <a:t>Occupation</a:t>
                      </a:r>
                    </a:p>
                  </a:txBody>
                  <a:tcPr/>
                </a:tc>
                <a:tc>
                  <a:txBody>
                    <a:bodyPr/>
                    <a:lstStyle/>
                    <a:p>
                      <a:r>
                        <a:rPr lang="en-GB" sz="1200" b="1" dirty="0"/>
                        <a:t>Sleep Duration</a:t>
                      </a:r>
                    </a:p>
                  </a:txBody>
                  <a:tcPr/>
                </a:tc>
                <a:tc>
                  <a:txBody>
                    <a:bodyPr/>
                    <a:lstStyle/>
                    <a:p>
                      <a:r>
                        <a:rPr lang="en-GB" sz="1200" b="1" dirty="0"/>
                        <a:t>Quality of Sleep</a:t>
                      </a:r>
                    </a:p>
                  </a:txBody>
                  <a:tcPr/>
                </a:tc>
                <a:tc>
                  <a:txBody>
                    <a:bodyPr/>
                    <a:lstStyle/>
                    <a:p>
                      <a:r>
                        <a:rPr lang="en-GB" sz="1200" b="1" dirty="0"/>
                        <a:t>Physical Activity Level</a:t>
                      </a:r>
                    </a:p>
                  </a:txBody>
                  <a:tcPr/>
                </a:tc>
                <a:tc>
                  <a:txBody>
                    <a:bodyPr/>
                    <a:lstStyle/>
                    <a:p>
                      <a:r>
                        <a:rPr lang="en-GB" sz="1200" b="1" dirty="0"/>
                        <a:t>Stress Level</a:t>
                      </a:r>
                    </a:p>
                  </a:txBody>
                  <a:tcPr/>
                </a:tc>
                <a:tc>
                  <a:txBody>
                    <a:bodyPr/>
                    <a:lstStyle/>
                    <a:p>
                      <a:r>
                        <a:rPr lang="en-GB" sz="1200" b="1" dirty="0"/>
                        <a:t>BMI Category</a:t>
                      </a:r>
                    </a:p>
                  </a:txBody>
                  <a:tcPr/>
                </a:tc>
                <a:tc>
                  <a:txBody>
                    <a:bodyPr/>
                    <a:lstStyle/>
                    <a:p>
                      <a:r>
                        <a:rPr lang="en-GB" sz="1200" b="1" dirty="0"/>
                        <a:t>Blood Pressure</a:t>
                      </a:r>
                    </a:p>
                  </a:txBody>
                  <a:tcPr/>
                </a:tc>
                <a:tc>
                  <a:txBody>
                    <a:bodyPr/>
                    <a:lstStyle/>
                    <a:p>
                      <a:pPr lvl="0">
                        <a:buNone/>
                      </a:pPr>
                      <a:r>
                        <a:rPr lang="en-GB" sz="1200" b="1" dirty="0"/>
                        <a:t>Heart Rate</a:t>
                      </a:r>
                    </a:p>
                  </a:txBody>
                  <a:tcPr/>
                </a:tc>
                <a:tc>
                  <a:txBody>
                    <a:bodyPr/>
                    <a:lstStyle/>
                    <a:p>
                      <a:pPr lvl="0">
                        <a:buNone/>
                      </a:pPr>
                      <a:r>
                        <a:rPr lang="en-GB" sz="1200" b="1" dirty="0"/>
                        <a:t>Daily Steps</a:t>
                      </a:r>
                    </a:p>
                  </a:txBody>
                  <a:tcPr/>
                </a:tc>
                <a:tc>
                  <a:txBody>
                    <a:bodyPr/>
                    <a:lstStyle/>
                    <a:p>
                      <a:pPr lvl="0">
                        <a:buNone/>
                      </a:pPr>
                      <a:r>
                        <a:rPr lang="en-GB" sz="1200" b="1" dirty="0"/>
                        <a:t>Sleep Disorder</a:t>
                      </a:r>
                    </a:p>
                  </a:txBody>
                  <a:tcPr/>
                </a:tc>
                <a:extLst>
                  <a:ext uri="{0D108BD9-81ED-4DB2-BD59-A6C34878D82A}">
                    <a16:rowId xmlns:a16="http://schemas.microsoft.com/office/drawing/2014/main" val="4169934941"/>
                  </a:ext>
                </a:extLst>
              </a:tr>
              <a:tr h="387932">
                <a:tc>
                  <a:txBody>
                    <a:bodyPr/>
                    <a:lstStyle/>
                    <a:p>
                      <a:r>
                        <a:rPr lang="en-GB" sz="1200" b="1" dirty="0"/>
                        <a:t>1</a:t>
                      </a:r>
                    </a:p>
                  </a:txBody>
                  <a:tcPr/>
                </a:tc>
                <a:tc>
                  <a:txBody>
                    <a:bodyPr/>
                    <a:lstStyle/>
                    <a:p>
                      <a:r>
                        <a:rPr lang="en-GB" sz="1200" b="1" dirty="0"/>
                        <a:t>Male</a:t>
                      </a:r>
                    </a:p>
                  </a:txBody>
                  <a:tcPr/>
                </a:tc>
                <a:tc>
                  <a:txBody>
                    <a:bodyPr/>
                    <a:lstStyle/>
                    <a:p>
                      <a:r>
                        <a:rPr lang="en-GB" sz="1200" b="1" dirty="0"/>
                        <a:t>27</a:t>
                      </a:r>
                    </a:p>
                  </a:txBody>
                  <a:tcPr/>
                </a:tc>
                <a:tc>
                  <a:txBody>
                    <a:bodyPr/>
                    <a:lstStyle/>
                    <a:p>
                      <a:r>
                        <a:rPr lang="en-GB" sz="1200" b="1" dirty="0"/>
                        <a:t>Software Engineer</a:t>
                      </a:r>
                    </a:p>
                  </a:txBody>
                  <a:tcPr/>
                </a:tc>
                <a:tc>
                  <a:txBody>
                    <a:bodyPr/>
                    <a:lstStyle/>
                    <a:p>
                      <a:r>
                        <a:rPr lang="en-GB" sz="1200" b="1" dirty="0"/>
                        <a:t>6.1</a:t>
                      </a:r>
                    </a:p>
                  </a:txBody>
                  <a:tcPr/>
                </a:tc>
                <a:tc>
                  <a:txBody>
                    <a:bodyPr/>
                    <a:lstStyle/>
                    <a:p>
                      <a:r>
                        <a:rPr lang="en-GB" sz="1200" b="1" dirty="0"/>
                        <a:t>6</a:t>
                      </a:r>
                    </a:p>
                  </a:txBody>
                  <a:tcPr/>
                </a:tc>
                <a:tc>
                  <a:txBody>
                    <a:bodyPr/>
                    <a:lstStyle/>
                    <a:p>
                      <a:r>
                        <a:rPr lang="en-GB" sz="1200" b="1" dirty="0"/>
                        <a:t>42</a:t>
                      </a:r>
                    </a:p>
                  </a:txBody>
                  <a:tcPr/>
                </a:tc>
                <a:tc>
                  <a:txBody>
                    <a:bodyPr/>
                    <a:lstStyle/>
                    <a:p>
                      <a:r>
                        <a:rPr lang="en-GB" sz="1200" b="1" dirty="0"/>
                        <a:t>6</a:t>
                      </a:r>
                    </a:p>
                  </a:txBody>
                  <a:tcPr/>
                </a:tc>
                <a:tc>
                  <a:txBody>
                    <a:bodyPr/>
                    <a:lstStyle/>
                    <a:p>
                      <a:r>
                        <a:rPr lang="en-GB" sz="1200" b="1" dirty="0"/>
                        <a:t>Over-weight</a:t>
                      </a:r>
                    </a:p>
                  </a:txBody>
                  <a:tcPr/>
                </a:tc>
                <a:tc>
                  <a:txBody>
                    <a:bodyPr/>
                    <a:lstStyle/>
                    <a:p>
                      <a:pPr lvl="0">
                        <a:buNone/>
                      </a:pPr>
                      <a:r>
                        <a:rPr lang="en-GB" sz="1200" b="1" dirty="0"/>
                        <a:t>126/83</a:t>
                      </a:r>
                    </a:p>
                  </a:txBody>
                  <a:tcPr/>
                </a:tc>
                <a:tc>
                  <a:txBody>
                    <a:bodyPr/>
                    <a:lstStyle/>
                    <a:p>
                      <a:pPr lvl="0">
                        <a:buNone/>
                      </a:pPr>
                      <a:r>
                        <a:rPr lang="en-GB" sz="1200" b="1" dirty="0"/>
                        <a:t>77</a:t>
                      </a:r>
                    </a:p>
                  </a:txBody>
                  <a:tcPr/>
                </a:tc>
                <a:tc>
                  <a:txBody>
                    <a:bodyPr/>
                    <a:lstStyle/>
                    <a:p>
                      <a:pPr lvl="0">
                        <a:buNone/>
                      </a:pPr>
                      <a:r>
                        <a:rPr lang="en-GB" sz="1200" b="1" dirty="0"/>
                        <a:t>4200</a:t>
                      </a:r>
                    </a:p>
                  </a:txBody>
                  <a:tcPr/>
                </a:tc>
                <a:tc>
                  <a:txBody>
                    <a:bodyPr/>
                    <a:lstStyle/>
                    <a:p>
                      <a:pPr lvl="0">
                        <a:buNone/>
                      </a:pPr>
                      <a:r>
                        <a:rPr lang="en-GB" sz="1200" b="1" dirty="0"/>
                        <a:t>None</a:t>
                      </a:r>
                    </a:p>
                  </a:txBody>
                  <a:tcPr/>
                </a:tc>
                <a:extLst>
                  <a:ext uri="{0D108BD9-81ED-4DB2-BD59-A6C34878D82A}">
                    <a16:rowId xmlns:a16="http://schemas.microsoft.com/office/drawing/2014/main" val="4235842001"/>
                  </a:ext>
                </a:extLst>
              </a:tr>
              <a:tr h="270377">
                <a:tc>
                  <a:txBody>
                    <a:bodyPr/>
                    <a:lstStyle/>
                    <a:p>
                      <a:r>
                        <a:rPr lang="en-GB" sz="1200" b="1" dirty="0"/>
                        <a:t>2</a:t>
                      </a:r>
                    </a:p>
                  </a:txBody>
                  <a:tcPr/>
                </a:tc>
                <a:tc>
                  <a:txBody>
                    <a:bodyPr/>
                    <a:lstStyle/>
                    <a:p>
                      <a:pPr lvl="0">
                        <a:buNone/>
                      </a:pPr>
                      <a:r>
                        <a:rPr lang="en-GB" sz="1200" b="1" i="0" u="none" strike="noStrike" noProof="0" dirty="0">
                          <a:solidFill>
                            <a:srgbClr val="203232"/>
                          </a:solidFill>
                          <a:latin typeface="Arial"/>
                        </a:rPr>
                        <a:t>Male</a:t>
                      </a:r>
                      <a:endParaRPr lang="en-US" dirty="0"/>
                    </a:p>
                  </a:txBody>
                  <a:tcPr/>
                </a:tc>
                <a:tc>
                  <a:txBody>
                    <a:bodyPr/>
                    <a:lstStyle/>
                    <a:p>
                      <a:r>
                        <a:rPr lang="en-GB" sz="1200" b="1" dirty="0"/>
                        <a:t>28</a:t>
                      </a:r>
                    </a:p>
                  </a:txBody>
                  <a:tcPr/>
                </a:tc>
                <a:tc>
                  <a:txBody>
                    <a:bodyPr/>
                    <a:lstStyle/>
                    <a:p>
                      <a:r>
                        <a:rPr lang="en-GB" sz="1200" b="1" dirty="0"/>
                        <a:t>Doctor</a:t>
                      </a:r>
                    </a:p>
                  </a:txBody>
                  <a:tcPr/>
                </a:tc>
                <a:tc>
                  <a:txBody>
                    <a:bodyPr/>
                    <a:lstStyle/>
                    <a:p>
                      <a:r>
                        <a:rPr lang="en-GB" sz="1200" b="1" dirty="0"/>
                        <a:t>6.2</a:t>
                      </a:r>
                    </a:p>
                  </a:txBody>
                  <a:tcPr/>
                </a:tc>
                <a:tc>
                  <a:txBody>
                    <a:bodyPr/>
                    <a:lstStyle/>
                    <a:p>
                      <a:r>
                        <a:rPr lang="en-GB" sz="1200" b="1" dirty="0"/>
                        <a:t>6</a:t>
                      </a:r>
                    </a:p>
                  </a:txBody>
                  <a:tcPr/>
                </a:tc>
                <a:tc>
                  <a:txBody>
                    <a:bodyPr/>
                    <a:lstStyle/>
                    <a:p>
                      <a:r>
                        <a:rPr lang="en-GB" sz="1200" b="1" dirty="0"/>
                        <a:t>60</a:t>
                      </a:r>
                    </a:p>
                  </a:txBody>
                  <a:tcPr/>
                </a:tc>
                <a:tc>
                  <a:txBody>
                    <a:bodyPr/>
                    <a:lstStyle/>
                    <a:p>
                      <a:r>
                        <a:rPr lang="en-GB" sz="1200" b="1" dirty="0"/>
                        <a:t>8</a:t>
                      </a:r>
                    </a:p>
                  </a:txBody>
                  <a:tcPr/>
                </a:tc>
                <a:tc>
                  <a:txBody>
                    <a:bodyPr/>
                    <a:lstStyle/>
                    <a:p>
                      <a:r>
                        <a:rPr lang="en-GB" sz="1200" b="1" dirty="0"/>
                        <a:t>Normal</a:t>
                      </a:r>
                    </a:p>
                  </a:txBody>
                  <a:tcPr/>
                </a:tc>
                <a:tc>
                  <a:txBody>
                    <a:bodyPr/>
                    <a:lstStyle/>
                    <a:p>
                      <a:r>
                        <a:rPr lang="en-GB" sz="1200" b="1" dirty="0"/>
                        <a:t>125/80</a:t>
                      </a:r>
                    </a:p>
                  </a:txBody>
                  <a:tcPr/>
                </a:tc>
                <a:tc>
                  <a:txBody>
                    <a:bodyPr/>
                    <a:lstStyle/>
                    <a:p>
                      <a:pPr lvl="0">
                        <a:buNone/>
                      </a:pPr>
                      <a:r>
                        <a:rPr lang="en-GB" sz="1200" b="1" dirty="0"/>
                        <a:t>75</a:t>
                      </a:r>
                    </a:p>
                  </a:txBody>
                  <a:tcPr/>
                </a:tc>
                <a:tc>
                  <a:txBody>
                    <a:bodyPr/>
                    <a:lstStyle/>
                    <a:p>
                      <a:pPr lvl="0">
                        <a:buNone/>
                      </a:pPr>
                      <a:r>
                        <a:rPr lang="en-GB" sz="1200" b="1" dirty="0"/>
                        <a:t>10000</a:t>
                      </a:r>
                    </a:p>
                  </a:txBody>
                  <a:tcPr/>
                </a:tc>
                <a:tc>
                  <a:txBody>
                    <a:bodyPr/>
                    <a:lstStyle/>
                    <a:p>
                      <a:pPr lvl="0">
                        <a:buNone/>
                      </a:pPr>
                      <a:r>
                        <a:rPr lang="en-GB" sz="1200" b="1" dirty="0"/>
                        <a:t>None</a:t>
                      </a:r>
                    </a:p>
                  </a:txBody>
                  <a:tcPr/>
                </a:tc>
                <a:extLst>
                  <a:ext uri="{0D108BD9-81ED-4DB2-BD59-A6C34878D82A}">
                    <a16:rowId xmlns:a16="http://schemas.microsoft.com/office/drawing/2014/main" val="3642651279"/>
                  </a:ext>
                </a:extLst>
              </a:tr>
              <a:tr h="387932">
                <a:tc>
                  <a:txBody>
                    <a:bodyPr/>
                    <a:lstStyle/>
                    <a:p>
                      <a:r>
                        <a:rPr lang="en-GB" sz="1200" b="1" dirty="0"/>
                        <a:t>3</a:t>
                      </a:r>
                    </a:p>
                  </a:txBody>
                  <a:tcPr/>
                </a:tc>
                <a:tc>
                  <a:txBody>
                    <a:bodyPr/>
                    <a:lstStyle/>
                    <a:p>
                      <a:pPr lvl="0">
                        <a:buNone/>
                      </a:pPr>
                      <a:r>
                        <a:rPr lang="en-GB" sz="1200" b="1" i="0" u="none" strike="noStrike" noProof="0" dirty="0">
                          <a:solidFill>
                            <a:srgbClr val="203232"/>
                          </a:solidFill>
                          <a:latin typeface="Arial"/>
                        </a:rPr>
                        <a:t>Male</a:t>
                      </a:r>
                      <a:endParaRPr lang="en-US" dirty="0"/>
                    </a:p>
                  </a:txBody>
                  <a:tcPr/>
                </a:tc>
                <a:tc>
                  <a:txBody>
                    <a:bodyPr/>
                    <a:lstStyle/>
                    <a:p>
                      <a:r>
                        <a:rPr lang="en-GB" sz="1200" b="1" dirty="0"/>
                        <a:t>28</a:t>
                      </a:r>
                    </a:p>
                  </a:txBody>
                  <a:tcPr/>
                </a:tc>
                <a:tc>
                  <a:txBody>
                    <a:bodyPr/>
                    <a:lstStyle/>
                    <a:p>
                      <a:pPr lvl="0">
                        <a:buNone/>
                      </a:pPr>
                      <a:r>
                        <a:rPr lang="en-GB" sz="1200" b="1" dirty="0"/>
                        <a:t>Doctor</a:t>
                      </a:r>
                    </a:p>
                  </a:txBody>
                  <a:tcPr/>
                </a:tc>
                <a:tc>
                  <a:txBody>
                    <a:bodyPr/>
                    <a:lstStyle/>
                    <a:p>
                      <a:r>
                        <a:rPr lang="en-GB" sz="1200" b="1" dirty="0"/>
                        <a:t>6.2</a:t>
                      </a:r>
                    </a:p>
                  </a:txBody>
                  <a:tcPr/>
                </a:tc>
                <a:tc>
                  <a:txBody>
                    <a:bodyPr/>
                    <a:lstStyle/>
                    <a:p>
                      <a:r>
                        <a:rPr lang="en-GB" sz="1200" b="1" dirty="0"/>
                        <a:t>6</a:t>
                      </a:r>
                    </a:p>
                  </a:txBody>
                  <a:tcPr/>
                </a:tc>
                <a:tc>
                  <a:txBody>
                    <a:bodyPr/>
                    <a:lstStyle/>
                    <a:p>
                      <a:r>
                        <a:rPr lang="en-GB" sz="1200" b="1" dirty="0"/>
                        <a:t>60</a:t>
                      </a:r>
                    </a:p>
                  </a:txBody>
                  <a:tcPr/>
                </a:tc>
                <a:tc>
                  <a:txBody>
                    <a:bodyPr/>
                    <a:lstStyle/>
                    <a:p>
                      <a:r>
                        <a:rPr lang="en-GB" sz="1200" b="1" dirty="0"/>
                        <a:t>8</a:t>
                      </a:r>
                    </a:p>
                  </a:txBody>
                  <a:tcPr/>
                </a:tc>
                <a:tc>
                  <a:txBody>
                    <a:bodyPr/>
                    <a:lstStyle/>
                    <a:p>
                      <a:r>
                        <a:rPr lang="en-GB" sz="1200" b="1" dirty="0"/>
                        <a:t>Normal</a:t>
                      </a:r>
                    </a:p>
                  </a:txBody>
                  <a:tcPr/>
                </a:tc>
                <a:tc>
                  <a:txBody>
                    <a:bodyPr/>
                    <a:lstStyle/>
                    <a:p>
                      <a:r>
                        <a:rPr lang="en-GB" sz="1200" b="1" dirty="0"/>
                        <a:t>125/80</a:t>
                      </a:r>
                    </a:p>
                  </a:txBody>
                  <a:tcPr/>
                </a:tc>
                <a:tc>
                  <a:txBody>
                    <a:bodyPr/>
                    <a:lstStyle/>
                    <a:p>
                      <a:pPr lvl="0">
                        <a:buNone/>
                      </a:pPr>
                      <a:r>
                        <a:rPr lang="en-GB" sz="1200" b="1" dirty="0"/>
                        <a:t>75</a:t>
                      </a:r>
                    </a:p>
                  </a:txBody>
                  <a:tcPr/>
                </a:tc>
                <a:tc>
                  <a:txBody>
                    <a:bodyPr/>
                    <a:lstStyle/>
                    <a:p>
                      <a:pPr lvl="0">
                        <a:buNone/>
                      </a:pPr>
                      <a:r>
                        <a:rPr lang="en-GB" sz="1200" b="1" dirty="0"/>
                        <a:t>10000</a:t>
                      </a:r>
                    </a:p>
                  </a:txBody>
                  <a:tcPr/>
                </a:tc>
                <a:tc>
                  <a:txBody>
                    <a:bodyPr/>
                    <a:lstStyle/>
                    <a:p>
                      <a:pPr lvl="0">
                        <a:buNone/>
                      </a:pPr>
                      <a:r>
                        <a:rPr lang="en-GB" sz="1200" b="1" dirty="0"/>
                        <a:t>None</a:t>
                      </a:r>
                    </a:p>
                  </a:txBody>
                  <a:tcPr/>
                </a:tc>
                <a:extLst>
                  <a:ext uri="{0D108BD9-81ED-4DB2-BD59-A6C34878D82A}">
                    <a16:rowId xmlns:a16="http://schemas.microsoft.com/office/drawing/2014/main" val="4294176204"/>
                  </a:ext>
                </a:extLst>
              </a:tr>
              <a:tr h="387932">
                <a:tc>
                  <a:txBody>
                    <a:bodyPr/>
                    <a:lstStyle/>
                    <a:p>
                      <a:r>
                        <a:rPr lang="en-GB" sz="1200" b="1" dirty="0"/>
                        <a:t>4</a:t>
                      </a:r>
                    </a:p>
                  </a:txBody>
                  <a:tcPr/>
                </a:tc>
                <a:tc>
                  <a:txBody>
                    <a:bodyPr/>
                    <a:lstStyle/>
                    <a:p>
                      <a:pPr lvl="0">
                        <a:buNone/>
                      </a:pPr>
                      <a:r>
                        <a:rPr lang="en-GB" sz="1200" b="1" i="0" u="none" strike="noStrike" noProof="0" dirty="0">
                          <a:solidFill>
                            <a:srgbClr val="203232"/>
                          </a:solidFill>
                          <a:latin typeface="Arial"/>
                        </a:rPr>
                        <a:t>Male</a:t>
                      </a:r>
                      <a:endParaRPr lang="en-US" dirty="0"/>
                    </a:p>
                  </a:txBody>
                  <a:tcPr/>
                </a:tc>
                <a:tc>
                  <a:txBody>
                    <a:bodyPr/>
                    <a:lstStyle/>
                    <a:p>
                      <a:r>
                        <a:rPr lang="en-GB" sz="1200" b="1" dirty="0"/>
                        <a:t>28</a:t>
                      </a:r>
                    </a:p>
                  </a:txBody>
                  <a:tcPr/>
                </a:tc>
                <a:tc>
                  <a:txBody>
                    <a:bodyPr/>
                    <a:lstStyle/>
                    <a:p>
                      <a:r>
                        <a:rPr lang="en-GB" sz="1200" b="1" dirty="0"/>
                        <a:t>Sales Representative</a:t>
                      </a:r>
                    </a:p>
                  </a:txBody>
                  <a:tcPr/>
                </a:tc>
                <a:tc>
                  <a:txBody>
                    <a:bodyPr/>
                    <a:lstStyle/>
                    <a:p>
                      <a:r>
                        <a:rPr lang="en-GB" sz="1200" b="1" dirty="0"/>
                        <a:t>5.9</a:t>
                      </a:r>
                    </a:p>
                  </a:txBody>
                  <a:tcPr/>
                </a:tc>
                <a:tc>
                  <a:txBody>
                    <a:bodyPr/>
                    <a:lstStyle/>
                    <a:p>
                      <a:r>
                        <a:rPr lang="en-GB" sz="1200" b="1" dirty="0"/>
                        <a:t>4</a:t>
                      </a:r>
                    </a:p>
                  </a:txBody>
                  <a:tcPr/>
                </a:tc>
                <a:tc>
                  <a:txBody>
                    <a:bodyPr/>
                    <a:lstStyle/>
                    <a:p>
                      <a:r>
                        <a:rPr lang="en-GB" sz="1200" b="1" dirty="0"/>
                        <a:t>30</a:t>
                      </a:r>
                    </a:p>
                  </a:txBody>
                  <a:tcPr/>
                </a:tc>
                <a:tc>
                  <a:txBody>
                    <a:bodyPr/>
                    <a:lstStyle/>
                    <a:p>
                      <a:r>
                        <a:rPr lang="en-GB" sz="1200" b="1" dirty="0"/>
                        <a:t>8</a:t>
                      </a:r>
                    </a:p>
                  </a:txBody>
                  <a:tcPr/>
                </a:tc>
                <a:tc>
                  <a:txBody>
                    <a:bodyPr/>
                    <a:lstStyle/>
                    <a:p>
                      <a:r>
                        <a:rPr lang="en-GB" sz="1200" b="1" dirty="0"/>
                        <a:t>Obese</a:t>
                      </a:r>
                    </a:p>
                  </a:txBody>
                  <a:tcPr/>
                </a:tc>
                <a:tc>
                  <a:txBody>
                    <a:bodyPr/>
                    <a:lstStyle/>
                    <a:p>
                      <a:r>
                        <a:rPr lang="en-GB" sz="1200" b="1" dirty="0"/>
                        <a:t>140/90</a:t>
                      </a:r>
                    </a:p>
                  </a:txBody>
                  <a:tcPr/>
                </a:tc>
                <a:tc>
                  <a:txBody>
                    <a:bodyPr/>
                    <a:lstStyle/>
                    <a:p>
                      <a:pPr lvl="0">
                        <a:buNone/>
                      </a:pPr>
                      <a:r>
                        <a:rPr lang="en-GB" sz="1200" b="1" dirty="0"/>
                        <a:t>85</a:t>
                      </a:r>
                    </a:p>
                  </a:txBody>
                  <a:tcPr/>
                </a:tc>
                <a:tc>
                  <a:txBody>
                    <a:bodyPr/>
                    <a:lstStyle/>
                    <a:p>
                      <a:pPr lvl="0">
                        <a:buNone/>
                      </a:pPr>
                      <a:r>
                        <a:rPr lang="en-GB" sz="1200" b="1" dirty="0"/>
                        <a:t>3000</a:t>
                      </a:r>
                    </a:p>
                  </a:txBody>
                  <a:tcPr/>
                </a:tc>
                <a:tc>
                  <a:txBody>
                    <a:bodyPr/>
                    <a:lstStyle/>
                    <a:p>
                      <a:pPr lvl="0">
                        <a:buNone/>
                      </a:pPr>
                      <a:r>
                        <a:rPr lang="en-GB" sz="1200" b="1" dirty="0"/>
                        <a:t>Sleep Apnea</a:t>
                      </a:r>
                    </a:p>
                  </a:txBody>
                  <a:tcPr/>
                </a:tc>
                <a:extLst>
                  <a:ext uri="{0D108BD9-81ED-4DB2-BD59-A6C34878D82A}">
                    <a16:rowId xmlns:a16="http://schemas.microsoft.com/office/drawing/2014/main" val="652966668"/>
                  </a:ext>
                </a:extLst>
              </a:tr>
              <a:tr h="270377">
                <a:tc>
                  <a:txBody>
                    <a:bodyPr/>
                    <a:lstStyle/>
                    <a:p>
                      <a:pPr lvl="0">
                        <a:buNone/>
                      </a:pPr>
                      <a:r>
                        <a:rPr lang="en-GB" sz="1200" b="1" dirty="0"/>
                        <a:t>5</a:t>
                      </a:r>
                    </a:p>
                  </a:txBody>
                  <a:tcPr/>
                </a:tc>
                <a:tc>
                  <a:txBody>
                    <a:bodyPr/>
                    <a:lstStyle/>
                    <a:p>
                      <a:pPr lvl="0">
                        <a:buNone/>
                      </a:pPr>
                      <a:r>
                        <a:rPr lang="en-GB" sz="1200" b="1" i="0" u="none" strike="noStrike" noProof="0" dirty="0">
                          <a:solidFill>
                            <a:srgbClr val="203232"/>
                          </a:solidFill>
                          <a:latin typeface="Arial"/>
                        </a:rPr>
                        <a:t>Male</a:t>
                      </a:r>
                      <a:endParaRPr lang="en-US" dirty="0"/>
                    </a:p>
                  </a:txBody>
                  <a:tcPr/>
                </a:tc>
                <a:tc>
                  <a:txBody>
                    <a:bodyPr/>
                    <a:lstStyle/>
                    <a:p>
                      <a:pPr lvl="0">
                        <a:buNone/>
                      </a:pPr>
                      <a:r>
                        <a:rPr lang="en-GB" sz="1200" b="1" dirty="0"/>
                        <a:t>28</a:t>
                      </a:r>
                    </a:p>
                  </a:txBody>
                  <a:tcPr/>
                </a:tc>
                <a:tc>
                  <a:txBody>
                    <a:bodyPr/>
                    <a:lstStyle/>
                    <a:p>
                      <a:pPr lvl="0">
                        <a:buNone/>
                      </a:pPr>
                      <a:r>
                        <a:rPr lang="en-GB" sz="1200" b="1" i="0" u="none" strike="noStrike" noProof="0" dirty="0">
                          <a:solidFill>
                            <a:srgbClr val="203232"/>
                          </a:solidFill>
                          <a:latin typeface="Arial"/>
                        </a:rPr>
                        <a:t>Sales Representative</a:t>
                      </a:r>
                      <a:endParaRPr lang="en-GB" sz="1200" b="1" dirty="0"/>
                    </a:p>
                  </a:txBody>
                  <a:tcPr/>
                </a:tc>
                <a:tc>
                  <a:txBody>
                    <a:bodyPr/>
                    <a:lstStyle/>
                    <a:p>
                      <a:pPr lvl="0">
                        <a:buNone/>
                      </a:pPr>
                      <a:r>
                        <a:rPr lang="en-GB" sz="1200" b="1" dirty="0"/>
                        <a:t>5.9</a:t>
                      </a:r>
                    </a:p>
                  </a:txBody>
                  <a:tcPr/>
                </a:tc>
                <a:tc>
                  <a:txBody>
                    <a:bodyPr/>
                    <a:lstStyle/>
                    <a:p>
                      <a:pPr lvl="0">
                        <a:buNone/>
                      </a:pPr>
                      <a:r>
                        <a:rPr lang="en-GB" sz="1200" b="1" dirty="0"/>
                        <a:t>4</a:t>
                      </a:r>
                    </a:p>
                  </a:txBody>
                  <a:tcPr/>
                </a:tc>
                <a:tc>
                  <a:txBody>
                    <a:bodyPr/>
                    <a:lstStyle/>
                    <a:p>
                      <a:pPr lvl="0">
                        <a:buNone/>
                      </a:pPr>
                      <a:r>
                        <a:rPr lang="en-GB" sz="1200" b="1" dirty="0"/>
                        <a:t>30</a:t>
                      </a:r>
                    </a:p>
                  </a:txBody>
                  <a:tcPr/>
                </a:tc>
                <a:tc>
                  <a:txBody>
                    <a:bodyPr/>
                    <a:lstStyle/>
                    <a:p>
                      <a:pPr lvl="0">
                        <a:buNone/>
                      </a:pPr>
                      <a:r>
                        <a:rPr lang="en-GB" sz="1200" b="1" dirty="0"/>
                        <a:t>8</a:t>
                      </a:r>
                    </a:p>
                  </a:txBody>
                  <a:tcPr/>
                </a:tc>
                <a:tc>
                  <a:txBody>
                    <a:bodyPr/>
                    <a:lstStyle/>
                    <a:p>
                      <a:pPr lvl="0">
                        <a:buNone/>
                      </a:pPr>
                      <a:r>
                        <a:rPr lang="en-GB" sz="1200" b="1" dirty="0"/>
                        <a:t>Obese</a:t>
                      </a:r>
                    </a:p>
                  </a:txBody>
                  <a:tcPr/>
                </a:tc>
                <a:tc>
                  <a:txBody>
                    <a:bodyPr/>
                    <a:lstStyle/>
                    <a:p>
                      <a:pPr lvl="0">
                        <a:buNone/>
                      </a:pPr>
                      <a:r>
                        <a:rPr lang="en-GB" sz="1200" b="1" dirty="0"/>
                        <a:t>140/90</a:t>
                      </a:r>
                    </a:p>
                  </a:txBody>
                  <a:tcPr/>
                </a:tc>
                <a:tc>
                  <a:txBody>
                    <a:bodyPr/>
                    <a:lstStyle/>
                    <a:p>
                      <a:pPr lvl="0">
                        <a:buNone/>
                      </a:pPr>
                      <a:r>
                        <a:rPr lang="en-GB" sz="1200" b="1" dirty="0"/>
                        <a:t>85</a:t>
                      </a:r>
                    </a:p>
                  </a:txBody>
                  <a:tcPr/>
                </a:tc>
                <a:tc>
                  <a:txBody>
                    <a:bodyPr/>
                    <a:lstStyle/>
                    <a:p>
                      <a:pPr lvl="0">
                        <a:buNone/>
                      </a:pPr>
                      <a:r>
                        <a:rPr lang="en-GB" sz="1200" b="1" dirty="0"/>
                        <a:t>3000</a:t>
                      </a:r>
                    </a:p>
                  </a:txBody>
                  <a:tcPr/>
                </a:tc>
                <a:tc>
                  <a:txBody>
                    <a:bodyPr/>
                    <a:lstStyle/>
                    <a:p>
                      <a:pPr lvl="0">
                        <a:buNone/>
                      </a:pPr>
                      <a:r>
                        <a:rPr lang="en-GB" sz="1200" b="1" dirty="0"/>
                        <a:t>Sleep Apnea</a:t>
                      </a:r>
                    </a:p>
                  </a:txBody>
                  <a:tcPr/>
                </a:tc>
                <a:extLst>
                  <a:ext uri="{0D108BD9-81ED-4DB2-BD59-A6C34878D82A}">
                    <a16:rowId xmlns:a16="http://schemas.microsoft.com/office/drawing/2014/main" val="3280277155"/>
                  </a:ext>
                </a:extLst>
              </a:tr>
            </a:tbl>
          </a:graphicData>
        </a:graphic>
      </p:graphicFrame>
    </p:spTree>
    <p:extLst>
      <p:ext uri="{BB962C8B-B14F-4D97-AF65-F5344CB8AC3E}">
        <p14:creationId xmlns:p14="http://schemas.microsoft.com/office/powerpoint/2010/main" val="7130926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7D9D8228-727F-1E46-B5AD-91D158B8255E}"/>
              </a:ext>
            </a:extLst>
          </p:cNvPr>
          <p:cNvSpPr>
            <a:spLocks noGrp="1"/>
          </p:cNvSpPr>
          <p:nvPr>
            <p:ph type="subTitle" idx="1"/>
          </p:nvPr>
        </p:nvSpPr>
        <p:spPr>
          <a:xfrm>
            <a:off x="965288" y="1296297"/>
            <a:ext cx="10300740" cy="419937"/>
          </a:xfrm>
        </p:spPr>
        <p:txBody>
          <a:bodyPr vert="horz" lIns="0" tIns="0" rIns="0" bIns="0" rtlCol="0" anchor="t">
            <a:noAutofit/>
          </a:bodyPr>
          <a:lstStyle/>
          <a:p>
            <a:r>
              <a:rPr lang="en-US" dirty="0"/>
              <a:t>Dataset </a:t>
            </a:r>
            <a:r>
              <a:rPr lang="en-US" dirty="0">
                <a:solidFill>
                  <a:srgbClr val="203232"/>
                </a:solidFill>
              </a:rPr>
              <a:t>ID:</a:t>
            </a:r>
            <a:r>
              <a:rPr lang="en-US" dirty="0">
                <a:solidFill>
                  <a:srgbClr val="FF0000"/>
                </a:solidFill>
              </a:rPr>
              <a:t> </a:t>
            </a:r>
            <a:r>
              <a:rPr lang="en-US" sz="2800" dirty="0">
                <a:solidFill>
                  <a:srgbClr val="FF0000"/>
                </a:solidFill>
              </a:rPr>
              <a:t>  DS355 - </a:t>
            </a:r>
            <a:r>
              <a:rPr lang="en-US" sz="2800" dirty="0">
                <a:solidFill>
                  <a:srgbClr val="FF0000"/>
                </a:solidFill>
                <a:ea typeface="+mn-lt"/>
                <a:cs typeface="+mn-lt"/>
              </a:rPr>
              <a:t>Sleep_health_and_lifestyle_dataset.csv</a:t>
            </a:r>
          </a:p>
        </p:txBody>
      </p:sp>
      <p:sp>
        <p:nvSpPr>
          <p:cNvPr id="3" name="Footer Placeholder 2">
            <a:extLst>
              <a:ext uri="{FF2B5EF4-FFF2-40B4-BE49-F238E27FC236}">
                <a16:creationId xmlns:a16="http://schemas.microsoft.com/office/drawing/2014/main" id="{00EBC183-8AA5-EC44-9987-D65F5C1892A1}"/>
              </a:ext>
            </a:extLst>
          </p:cNvPr>
          <p:cNvSpPr>
            <a:spLocks noGrp="1"/>
          </p:cNvSpPr>
          <p:nvPr>
            <p:ph type="ftr" sz="quarter" idx="11"/>
          </p:nvPr>
        </p:nvSpPr>
        <p:spPr>
          <a:xfrm>
            <a:off x="965288" y="791022"/>
            <a:ext cx="9129687" cy="230832"/>
          </a:xfrm>
        </p:spPr>
        <p:txBody>
          <a:bodyPr/>
          <a:lstStyle/>
          <a:p>
            <a:r>
              <a:rPr lang="en-GB" dirty="0"/>
              <a:t>7COM1079-2025  Student Group No: A 104                    Names of Student Group Attendees: </a:t>
            </a:r>
          </a:p>
        </p:txBody>
      </p:sp>
      <p:sp>
        <p:nvSpPr>
          <p:cNvPr id="4" name="Slide Number Placeholder 3">
            <a:extLst>
              <a:ext uri="{FF2B5EF4-FFF2-40B4-BE49-F238E27FC236}">
                <a16:creationId xmlns:a16="http://schemas.microsoft.com/office/drawing/2014/main" id="{CC9D9611-42EE-7840-81EE-DD6B1A99CD7B}"/>
              </a:ext>
            </a:extLst>
          </p:cNvPr>
          <p:cNvSpPr>
            <a:spLocks noGrp="1"/>
          </p:cNvSpPr>
          <p:nvPr>
            <p:ph type="sldNum" sz="quarter" idx="12"/>
          </p:nvPr>
        </p:nvSpPr>
        <p:spPr>
          <a:xfrm>
            <a:off x="10954512" y="555565"/>
            <a:ext cx="622800" cy="230832"/>
          </a:xfrm>
        </p:spPr>
        <p:txBody>
          <a:bodyPr/>
          <a:lstStyle/>
          <a:p>
            <a:r>
              <a:rPr lang="en-US" dirty="0"/>
              <a:t>3</a:t>
            </a:r>
            <a:endParaRPr lang="en-GB" dirty="0"/>
          </a:p>
        </p:txBody>
      </p:sp>
      <p:sp>
        <p:nvSpPr>
          <p:cNvPr id="5" name="Title 4">
            <a:extLst>
              <a:ext uri="{FF2B5EF4-FFF2-40B4-BE49-F238E27FC236}">
                <a16:creationId xmlns:a16="http://schemas.microsoft.com/office/drawing/2014/main" id="{B3FA3829-F12C-214D-8FBA-7E1A740F65CA}"/>
              </a:ext>
            </a:extLst>
          </p:cNvPr>
          <p:cNvSpPr>
            <a:spLocks noGrp="1"/>
          </p:cNvSpPr>
          <p:nvPr>
            <p:ph type="ctrTitle"/>
          </p:nvPr>
        </p:nvSpPr>
        <p:spPr>
          <a:xfrm>
            <a:off x="965288" y="1866392"/>
            <a:ext cx="10291387" cy="3326711"/>
          </a:xfrm>
        </p:spPr>
        <p:txBody>
          <a:bodyPr>
            <a:noAutofit/>
          </a:bodyPr>
          <a:lstStyle/>
          <a:p>
            <a:pPr>
              <a:lnSpc>
                <a:spcPct val="100000"/>
              </a:lnSpc>
            </a:pPr>
            <a:r>
              <a:rPr lang="en-US" sz="2400" b="0" dirty="0">
                <a:latin typeface="Calibri"/>
                <a:cs typeface="Calibri"/>
              </a:rPr>
              <a:t>This dataset is interesting to us because it gives an insight on how lifestyle habits can affect the well-being of people from various professional backgrounds. </a:t>
            </a:r>
            <a:br>
              <a:rPr lang="en-US" sz="2400" b="0" dirty="0">
                <a:latin typeface="Calibri"/>
                <a:ea typeface="Calibri"/>
                <a:cs typeface="Calibri"/>
              </a:rPr>
            </a:br>
            <a:br>
              <a:rPr lang="en-US" sz="2400" b="0" dirty="0">
                <a:latin typeface="Calibri"/>
                <a:cs typeface="Calibri"/>
              </a:rPr>
            </a:br>
            <a:r>
              <a:rPr lang="en-US" sz="2400" b="0" dirty="0">
                <a:latin typeface="Calibri"/>
                <a:cs typeface="Calibri"/>
              </a:rPr>
              <a:t>Our  Independent variable:</a:t>
            </a:r>
            <a:r>
              <a:rPr lang="en-US" sz="2400" b="0" dirty="0">
                <a:solidFill>
                  <a:srgbClr val="203232"/>
                </a:solidFill>
                <a:latin typeface="Calibri"/>
                <a:cs typeface="Calibri"/>
              </a:rPr>
              <a:t> </a:t>
            </a:r>
            <a:r>
              <a:rPr lang="en-US" sz="2400" b="0" dirty="0">
                <a:solidFill>
                  <a:srgbClr val="FF0000"/>
                </a:solidFill>
                <a:latin typeface="Calibri"/>
                <a:cs typeface="Calibri"/>
              </a:rPr>
              <a:t>Quality of Sleep </a:t>
            </a:r>
            <a:br>
              <a:rPr lang="en-US" sz="2400" b="0" dirty="0">
                <a:solidFill>
                  <a:srgbClr val="FF0000"/>
                </a:solidFill>
                <a:latin typeface="Calibri"/>
                <a:ea typeface="Calibri"/>
                <a:cs typeface="Calibri"/>
              </a:rPr>
            </a:br>
            <a:r>
              <a:rPr lang="en-US" sz="2400" b="0" dirty="0">
                <a:latin typeface="Calibri"/>
                <a:cs typeface="Calibri"/>
              </a:rPr>
              <a:t>Independent variable datatype: </a:t>
            </a:r>
            <a:r>
              <a:rPr lang="en-US" sz="2400" b="0" dirty="0">
                <a:solidFill>
                  <a:srgbClr val="FF0000"/>
                </a:solidFill>
                <a:latin typeface="Calibri"/>
                <a:cs typeface="Calibri"/>
              </a:rPr>
              <a:t>Ordinal</a:t>
            </a:r>
            <a:br>
              <a:rPr lang="en-US" sz="2400" b="0" dirty="0">
                <a:solidFill>
                  <a:srgbClr val="FF0000"/>
                </a:solidFill>
                <a:latin typeface="Calibri"/>
                <a:ea typeface="Calibri"/>
                <a:cs typeface="Calibri"/>
              </a:rPr>
            </a:br>
            <a:br>
              <a:rPr lang="en-US" sz="2400" b="0" dirty="0">
                <a:latin typeface="Calibri"/>
                <a:cs typeface="Calibri"/>
              </a:rPr>
            </a:br>
            <a:r>
              <a:rPr lang="en-US" sz="2400" b="0" dirty="0">
                <a:solidFill>
                  <a:srgbClr val="203232"/>
                </a:solidFill>
                <a:latin typeface="Calibri"/>
                <a:cs typeface="Calibri"/>
              </a:rPr>
              <a:t>Our</a:t>
            </a:r>
            <a:r>
              <a:rPr lang="en-US" sz="2400" b="0" dirty="0">
                <a:latin typeface="Calibri"/>
                <a:cs typeface="Calibri"/>
              </a:rPr>
              <a:t> Dependent variable: </a:t>
            </a:r>
            <a:r>
              <a:rPr lang="en-US" sz="2400" b="0" dirty="0">
                <a:solidFill>
                  <a:srgbClr val="FF0000"/>
                </a:solidFill>
                <a:latin typeface="Calibri"/>
                <a:cs typeface="Calibri"/>
              </a:rPr>
              <a:t>Stress Level</a:t>
            </a:r>
            <a:br>
              <a:rPr lang="en-US" sz="2400" b="0" dirty="0">
                <a:solidFill>
                  <a:srgbClr val="FF0000"/>
                </a:solidFill>
                <a:latin typeface="Calibri"/>
                <a:cs typeface="Calibri"/>
              </a:rPr>
            </a:br>
            <a:r>
              <a:rPr lang="en-US" sz="2400" b="0" dirty="0">
                <a:solidFill>
                  <a:srgbClr val="203232"/>
                </a:solidFill>
                <a:latin typeface="Calibri"/>
                <a:cs typeface="Calibri"/>
              </a:rPr>
              <a:t>Dependent</a:t>
            </a:r>
            <a:r>
              <a:rPr lang="en-US" sz="2400" b="0" dirty="0">
                <a:latin typeface="Calibri"/>
                <a:cs typeface="Calibri"/>
              </a:rPr>
              <a:t> variable datatype:</a:t>
            </a:r>
            <a:r>
              <a:rPr lang="en-US" sz="2400" b="0" dirty="0">
                <a:solidFill>
                  <a:srgbClr val="203232"/>
                </a:solidFill>
                <a:latin typeface="Calibri"/>
                <a:cs typeface="Calibri"/>
              </a:rPr>
              <a:t> </a:t>
            </a:r>
            <a:r>
              <a:rPr lang="en-US" sz="2400" b="0" dirty="0">
                <a:solidFill>
                  <a:srgbClr val="FF0000"/>
                </a:solidFill>
                <a:latin typeface="Calibri"/>
                <a:cs typeface="Calibri"/>
              </a:rPr>
              <a:t>Ordinal</a:t>
            </a:r>
            <a:endParaRPr lang="en-US" sz="2400" b="0" dirty="0">
              <a:solidFill>
                <a:srgbClr val="FF0000"/>
              </a:solidFill>
              <a:latin typeface="Calibri"/>
              <a:ea typeface="Calibri"/>
              <a:cs typeface="Calibri"/>
            </a:endParaRPr>
          </a:p>
        </p:txBody>
      </p:sp>
    </p:spTree>
    <p:extLst>
      <p:ext uri="{BB962C8B-B14F-4D97-AF65-F5344CB8AC3E}">
        <p14:creationId xmlns:p14="http://schemas.microsoft.com/office/powerpoint/2010/main" val="17180049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E3CD731-5ACF-B002-247D-243F6E2149EC}"/>
              </a:ext>
            </a:extLst>
          </p:cNvPr>
          <p:cNvSpPr>
            <a:spLocks noGrp="1"/>
          </p:cNvSpPr>
          <p:nvPr>
            <p:ph type="subTitle" idx="1"/>
          </p:nvPr>
        </p:nvSpPr>
        <p:spPr>
          <a:xfrm>
            <a:off x="965289" y="1147638"/>
            <a:ext cx="9753625" cy="398920"/>
          </a:xfrm>
        </p:spPr>
        <p:txBody>
          <a:bodyPr vert="horz" lIns="0" tIns="0" rIns="0" bIns="0" rtlCol="0" anchor="t">
            <a:noAutofit/>
          </a:bodyPr>
          <a:lstStyle/>
          <a:p>
            <a:pPr>
              <a:spcAft>
                <a:spcPts val="0"/>
              </a:spcAft>
            </a:pPr>
            <a:r>
              <a:rPr lang="en-GB" dirty="0"/>
              <a:t>Our Research Question is</a:t>
            </a:r>
            <a:endParaRPr lang="en-GB" sz="1800" dirty="0">
              <a:solidFill>
                <a:srgbClr val="FF0000"/>
              </a:solidFill>
              <a:cs typeface="Arial"/>
            </a:endParaRPr>
          </a:p>
        </p:txBody>
      </p:sp>
      <p:sp>
        <p:nvSpPr>
          <p:cNvPr id="3" name="Footer Placeholder 2">
            <a:extLst>
              <a:ext uri="{FF2B5EF4-FFF2-40B4-BE49-F238E27FC236}">
                <a16:creationId xmlns:a16="http://schemas.microsoft.com/office/drawing/2014/main" id="{3C4D431B-7665-75B0-2D73-5BD588DCB766}"/>
              </a:ext>
            </a:extLst>
          </p:cNvPr>
          <p:cNvSpPr>
            <a:spLocks noGrp="1"/>
          </p:cNvSpPr>
          <p:nvPr>
            <p:ph type="ftr" sz="quarter" idx="11"/>
          </p:nvPr>
        </p:nvSpPr>
        <p:spPr/>
        <p:txBody>
          <a:bodyPr/>
          <a:lstStyle/>
          <a:p>
            <a:r>
              <a:rPr lang="en-GB" dirty="0"/>
              <a:t>PRE 7COM1079-2025  Student Group No:  A 104</a:t>
            </a:r>
          </a:p>
        </p:txBody>
      </p:sp>
      <p:sp>
        <p:nvSpPr>
          <p:cNvPr id="4" name="Slide Number Placeholder 3">
            <a:extLst>
              <a:ext uri="{FF2B5EF4-FFF2-40B4-BE49-F238E27FC236}">
                <a16:creationId xmlns:a16="http://schemas.microsoft.com/office/drawing/2014/main" id="{1625FA15-B17F-387B-E383-5505647ABB89}"/>
              </a:ext>
            </a:extLst>
          </p:cNvPr>
          <p:cNvSpPr>
            <a:spLocks noGrp="1"/>
          </p:cNvSpPr>
          <p:nvPr>
            <p:ph type="sldNum" sz="quarter" idx="12"/>
          </p:nvPr>
        </p:nvSpPr>
        <p:spPr>
          <a:xfrm>
            <a:off x="10616400" y="791022"/>
            <a:ext cx="622800" cy="230832"/>
          </a:xfrm>
        </p:spPr>
        <p:txBody>
          <a:bodyPr/>
          <a:lstStyle/>
          <a:p>
            <a:r>
              <a:rPr lang="en-US" dirty="0"/>
              <a:t>4</a:t>
            </a:r>
            <a:endParaRPr lang="en-GB" dirty="0"/>
          </a:p>
        </p:txBody>
      </p:sp>
      <p:sp>
        <p:nvSpPr>
          <p:cNvPr id="5" name="Title 4">
            <a:extLst>
              <a:ext uri="{FF2B5EF4-FFF2-40B4-BE49-F238E27FC236}">
                <a16:creationId xmlns:a16="http://schemas.microsoft.com/office/drawing/2014/main" id="{3440DA25-F620-152B-DE9E-776F7B74DFF0}"/>
              </a:ext>
            </a:extLst>
          </p:cNvPr>
          <p:cNvSpPr>
            <a:spLocks noGrp="1"/>
          </p:cNvSpPr>
          <p:nvPr>
            <p:ph type="ctrTitle"/>
          </p:nvPr>
        </p:nvSpPr>
        <p:spPr>
          <a:xfrm>
            <a:off x="965289" y="1893914"/>
            <a:ext cx="10080300" cy="739468"/>
          </a:xfrm>
        </p:spPr>
        <p:txBody>
          <a:bodyPr vert="horz" lIns="0" tIns="0" rIns="0" bIns="0" rtlCol="0" anchor="t" anchorCtr="0">
            <a:noAutofit/>
          </a:bodyPr>
          <a:lstStyle/>
          <a:p>
            <a:pPr>
              <a:lnSpc>
                <a:spcPct val="100000"/>
              </a:lnSpc>
            </a:pPr>
            <a:r>
              <a:rPr lang="en-IE" sz="2800" dirty="0">
                <a:effectLst/>
                <a:latin typeface="Calibri"/>
                <a:ea typeface="Calibri"/>
                <a:cs typeface="Times New Roman"/>
              </a:rPr>
              <a:t>Template </a:t>
            </a:r>
            <a:r>
              <a:rPr lang="en-IE" sz="2800" baseline="30000" dirty="0">
                <a:effectLst/>
                <a:latin typeface="Calibri"/>
                <a:ea typeface="Calibri"/>
                <a:cs typeface="Times New Roman"/>
              </a:rPr>
              <a:t>1</a:t>
            </a:r>
            <a:r>
              <a:rPr lang="en-IE" sz="2800" dirty="0">
                <a:effectLst/>
                <a:latin typeface="Calibri"/>
                <a:ea typeface="Calibri"/>
                <a:cs typeface="Times New Roman"/>
              </a:rPr>
              <a:t>:</a:t>
            </a:r>
            <a:r>
              <a:rPr lang="en-IE" sz="2800" dirty="0">
                <a:latin typeface="Calibri"/>
                <a:ea typeface="Calibri"/>
                <a:cs typeface="Times New Roman"/>
              </a:rPr>
              <a:t> </a:t>
            </a:r>
            <a:r>
              <a:rPr lang="en-IE" sz="2800" dirty="0">
                <a:effectLst/>
                <a:latin typeface="Calibri"/>
                <a:ea typeface="Calibri"/>
                <a:cs typeface="Times New Roman"/>
              </a:rPr>
              <a:t> Is there a correlation between</a:t>
            </a:r>
            <a:r>
              <a:rPr lang="en-IE" sz="2800" dirty="0">
                <a:latin typeface="Calibri"/>
                <a:ea typeface="Calibri"/>
                <a:cs typeface="Times New Roman"/>
              </a:rPr>
              <a:t> </a:t>
            </a:r>
            <a:r>
              <a:rPr lang="en-IE" sz="2800" dirty="0">
                <a:solidFill>
                  <a:srgbClr val="0070C0"/>
                </a:solidFill>
                <a:latin typeface="Calibri"/>
                <a:ea typeface="Calibri"/>
                <a:cs typeface="Calibri"/>
              </a:rPr>
              <a:t>Stress Level</a:t>
            </a:r>
            <a:r>
              <a:rPr lang="en-IE" sz="2800" dirty="0">
                <a:solidFill>
                  <a:srgbClr val="0070C0"/>
                </a:solidFill>
                <a:latin typeface="Calibri"/>
                <a:ea typeface="Calibri"/>
                <a:cs typeface="Times New Roman"/>
              </a:rPr>
              <a:t> </a:t>
            </a:r>
            <a:r>
              <a:rPr lang="en-IE" sz="2800" dirty="0">
                <a:effectLst/>
                <a:latin typeface="Calibri"/>
                <a:ea typeface="Calibri"/>
                <a:cs typeface="Times New Roman"/>
              </a:rPr>
              <a:t>and </a:t>
            </a:r>
            <a:r>
              <a:rPr lang="en-IE" sz="2800" dirty="0">
                <a:solidFill>
                  <a:srgbClr val="0070C0"/>
                </a:solidFill>
                <a:latin typeface="Calibri"/>
                <a:ea typeface="Calibri"/>
                <a:cs typeface="Calibri"/>
              </a:rPr>
              <a:t>Quality of Sleep</a:t>
            </a:r>
            <a:r>
              <a:rPr lang="en-IE" sz="2800" dirty="0">
                <a:latin typeface="Calibri"/>
                <a:ea typeface="Calibri"/>
                <a:cs typeface="Times New Roman"/>
              </a:rPr>
              <a:t>?</a:t>
            </a:r>
            <a:r>
              <a:rPr lang="en-IE" sz="2800" dirty="0">
                <a:solidFill>
                  <a:srgbClr val="203232"/>
                </a:solidFill>
                <a:effectLst/>
                <a:latin typeface="Calibri"/>
                <a:ea typeface="Calibri"/>
                <a:cs typeface="Times New Roman"/>
              </a:rPr>
              <a:t> </a:t>
            </a:r>
            <a:br>
              <a:rPr lang="en-GB" sz="2400" dirty="0">
                <a:latin typeface="Calibri"/>
                <a:ea typeface="Calibri"/>
                <a:cs typeface="Times New Roman"/>
              </a:rPr>
            </a:br>
            <a:endParaRPr lang="en-GB" sz="2400">
              <a:solidFill>
                <a:srgbClr val="FF0000"/>
              </a:solidFill>
              <a:latin typeface="Arial"/>
              <a:ea typeface="Calibri"/>
              <a:cs typeface="Arial"/>
            </a:endParaRPr>
          </a:p>
        </p:txBody>
      </p:sp>
      <p:sp>
        <p:nvSpPr>
          <p:cNvPr id="7" name="TextBox 6">
            <a:extLst>
              <a:ext uri="{FF2B5EF4-FFF2-40B4-BE49-F238E27FC236}">
                <a16:creationId xmlns:a16="http://schemas.microsoft.com/office/drawing/2014/main" id="{F7FEA660-7B39-BC91-3B96-7298CCF66DE1}"/>
              </a:ext>
            </a:extLst>
          </p:cNvPr>
          <p:cNvSpPr txBox="1"/>
          <p:nvPr/>
        </p:nvSpPr>
        <p:spPr>
          <a:xfrm>
            <a:off x="623945" y="5297755"/>
            <a:ext cx="11108736" cy="1477328"/>
          </a:xfrm>
          <a:prstGeom prst="rect">
            <a:avLst/>
          </a:prstGeom>
          <a:solidFill>
            <a:schemeClr val="bg1">
              <a:lumMod val="95000"/>
            </a:schemeClr>
          </a:solidFill>
        </p:spPr>
        <p:txBody>
          <a:bodyPr wrap="square" lIns="91440" tIns="45720" rIns="91440" bIns="45720" rtlCol="0" anchor="t">
            <a:spAutoFit/>
          </a:bodyPr>
          <a:lstStyle/>
          <a:p>
            <a:r>
              <a:rPr lang="en-GB" baseline="30000" dirty="0"/>
              <a:t>1</a:t>
            </a:r>
            <a:r>
              <a:rPr lang="en-GB" b="1" dirty="0">
                <a:latin typeface="Calibri"/>
                <a:cs typeface="Calibri"/>
              </a:rPr>
              <a:t>Correlation</a:t>
            </a:r>
            <a:r>
              <a:rPr lang="en-GB" dirty="0"/>
              <a:t> (</a:t>
            </a:r>
            <a:r>
              <a:rPr lang="en-IE" sz="1800" dirty="0">
                <a:effectLst/>
                <a:latin typeface="Calibri"/>
                <a:ea typeface="Calibri" panose="020F0502020204030204" pitchFamily="34" charset="0"/>
                <a:cs typeface="Times New Roman"/>
              </a:rPr>
              <a:t>Analysis of how </a:t>
            </a:r>
            <a:r>
              <a:rPr lang="en-IE" sz="1800" dirty="0">
                <a:solidFill>
                  <a:srgbClr val="FF0000"/>
                </a:solidFill>
                <a:effectLst/>
                <a:latin typeface="Calibri"/>
                <a:ea typeface="Calibri" panose="020F0502020204030204" pitchFamily="34" charset="0"/>
                <a:cs typeface="Times New Roman"/>
              </a:rPr>
              <a:t>ordinal</a:t>
            </a:r>
            <a:r>
              <a:rPr lang="en-IE" dirty="0">
                <a:solidFill>
                  <a:srgbClr val="FF0000"/>
                </a:solidFill>
                <a:latin typeface="Calibri"/>
                <a:ea typeface="Calibri" panose="020F0502020204030204" pitchFamily="34" charset="0"/>
                <a:cs typeface="Times New Roman"/>
              </a:rPr>
              <a:t>/</a:t>
            </a:r>
            <a:r>
              <a:rPr lang="en-IE" sz="1800" dirty="0">
                <a:solidFill>
                  <a:srgbClr val="FF0000"/>
                </a:solidFill>
                <a:effectLst/>
                <a:latin typeface="Calibri"/>
                <a:ea typeface="Calibri" panose="020F0502020204030204" pitchFamily="34" charset="0"/>
                <a:cs typeface="Times New Roman"/>
              </a:rPr>
              <a:t>interval </a:t>
            </a:r>
            <a:r>
              <a:rPr lang="en-IE" sz="1800" dirty="0">
                <a:solidFill>
                  <a:srgbClr val="00B050"/>
                </a:solidFill>
                <a:effectLst/>
                <a:latin typeface="Calibri"/>
                <a:ea typeface="Calibri" panose="020F0502020204030204" pitchFamily="34" charset="0"/>
                <a:cs typeface="Times New Roman"/>
              </a:rPr>
              <a:t>dependent var</a:t>
            </a:r>
            <a:r>
              <a:rPr lang="en-IE" sz="1800" dirty="0">
                <a:effectLst/>
                <a:latin typeface="Calibri"/>
                <a:ea typeface="Calibri" panose="020F0502020204030204" pitchFamily="34" charset="0"/>
                <a:cs typeface="Times New Roman"/>
              </a:rPr>
              <a:t> </a:t>
            </a:r>
            <a:r>
              <a:rPr lang="en-IE" dirty="0">
                <a:latin typeface="Calibri"/>
                <a:ea typeface="Calibri" panose="020F0502020204030204" pitchFamily="34" charset="0"/>
                <a:cs typeface="Times New Roman"/>
              </a:rPr>
              <a:t>correlates </a:t>
            </a:r>
            <a:r>
              <a:rPr lang="en-IE" sz="1800" dirty="0">
                <a:effectLst/>
                <a:latin typeface="Calibri"/>
                <a:ea typeface="Calibri" panose="020F0502020204030204" pitchFamily="34" charset="0"/>
                <a:cs typeface="Times New Roman"/>
              </a:rPr>
              <a:t>to an </a:t>
            </a:r>
            <a:r>
              <a:rPr lang="en-IE" sz="1800" dirty="0">
                <a:solidFill>
                  <a:srgbClr val="FF0000"/>
                </a:solidFill>
                <a:effectLst/>
                <a:latin typeface="Calibri"/>
                <a:ea typeface="Calibri" panose="020F0502020204030204" pitchFamily="34" charset="0"/>
                <a:cs typeface="Times New Roman"/>
              </a:rPr>
              <a:t>ordinal/interval </a:t>
            </a:r>
            <a:r>
              <a:rPr lang="en-IE" sz="1800" dirty="0">
                <a:solidFill>
                  <a:srgbClr val="00B050"/>
                </a:solidFill>
                <a:effectLst/>
                <a:latin typeface="Calibri"/>
                <a:ea typeface="Calibri" panose="020F0502020204030204" pitchFamily="34" charset="0"/>
                <a:cs typeface="Times New Roman"/>
              </a:rPr>
              <a:t>independent variable)</a:t>
            </a:r>
            <a:endParaRPr lang="en-GB" dirty="0">
              <a:latin typeface="Calibri"/>
              <a:cs typeface="Times New Roman"/>
            </a:endParaRPr>
          </a:p>
          <a:p>
            <a:r>
              <a:rPr lang="en-IE" sz="1800" b="1" baseline="30000" dirty="0">
                <a:effectLst/>
                <a:latin typeface="Calibri" panose="020F0502020204030204" pitchFamily="34" charset="0"/>
                <a:ea typeface="Calibri" panose="020F0502020204030204" pitchFamily="34" charset="0"/>
                <a:cs typeface="Times New Roman" panose="02020603050405020304" pitchFamily="18" charset="0"/>
              </a:rPr>
              <a:t>2</a:t>
            </a:r>
            <a:r>
              <a:rPr lang="en-IE" sz="1800" b="1" dirty="0">
                <a:effectLst/>
                <a:latin typeface="Calibri" panose="020F0502020204030204" pitchFamily="34" charset="0"/>
                <a:ea typeface="Calibri" panose="020F0502020204030204" pitchFamily="34" charset="0"/>
                <a:cs typeface="Times New Roman" panose="02020603050405020304" pitchFamily="18" charset="0"/>
              </a:rPr>
              <a:t>Comparison of means</a:t>
            </a:r>
            <a:r>
              <a:rPr lang="en-IE" sz="1800" dirty="0">
                <a:effectLst/>
                <a:latin typeface="Calibri" panose="020F0502020204030204" pitchFamily="34" charset="0"/>
                <a:ea typeface="Calibri" panose="020F0502020204030204" pitchFamily="34" charset="0"/>
                <a:cs typeface="Times New Roman" panose="02020603050405020304" pitchFamily="18" charset="0"/>
              </a:rPr>
              <a:t> (or medians): Analysis of the difference between the mean (or median) value of a characteristic shared by members of two different populations.</a:t>
            </a:r>
          </a:p>
          <a:p>
            <a:r>
              <a:rPr lang="en-IE" sz="1800" b="1" baseline="30000" dirty="0">
                <a:effectLst/>
                <a:latin typeface="Calibri" panose="020F0502020204030204" pitchFamily="34" charset="0"/>
                <a:ea typeface="Calibri" panose="020F0502020204030204" pitchFamily="34" charset="0"/>
                <a:cs typeface="Times New Roman" panose="02020603050405020304" pitchFamily="18" charset="0"/>
              </a:rPr>
              <a:t>3</a:t>
            </a:r>
            <a:r>
              <a:rPr lang="en-IE" sz="1800" b="1" dirty="0">
                <a:effectLst/>
                <a:latin typeface="Calibri" panose="020F0502020204030204" pitchFamily="34" charset="0"/>
                <a:ea typeface="Calibri" panose="020F0502020204030204" pitchFamily="34" charset="0"/>
                <a:cs typeface="Times New Roman" panose="02020603050405020304" pitchFamily="18" charset="0"/>
              </a:rPr>
              <a:t>Comparison of proportions:</a:t>
            </a:r>
            <a:r>
              <a:rPr lang="en-IE" sz="1800" dirty="0">
                <a:effectLst/>
                <a:latin typeface="Calibri" panose="020F0502020204030204" pitchFamily="34" charset="0"/>
                <a:ea typeface="Calibri" panose="020F0502020204030204" pitchFamily="34" charset="0"/>
                <a:cs typeface="Times New Roman" panose="02020603050405020304" pitchFamily="18" charset="0"/>
              </a:rPr>
              <a:t> Analysis of the difference in proportions of a characteristic shared by members of two different populations. </a:t>
            </a:r>
            <a:endParaRPr lang="en-GB" dirty="0"/>
          </a:p>
        </p:txBody>
      </p:sp>
      <p:sp>
        <p:nvSpPr>
          <p:cNvPr id="8" name="Subtitle 1">
            <a:extLst>
              <a:ext uri="{FF2B5EF4-FFF2-40B4-BE49-F238E27FC236}">
                <a16:creationId xmlns:a16="http://schemas.microsoft.com/office/drawing/2014/main" id="{650A22D1-B55E-4BC9-530A-FD7E6A8F3030}"/>
              </a:ext>
            </a:extLst>
          </p:cNvPr>
          <p:cNvSpPr txBox="1">
            <a:spLocks/>
          </p:cNvSpPr>
          <p:nvPr/>
        </p:nvSpPr>
        <p:spPr>
          <a:xfrm>
            <a:off x="969453" y="2637610"/>
            <a:ext cx="10092816" cy="2657866"/>
          </a:xfrm>
          <a:prstGeom prst="rect">
            <a:avLst/>
          </a:prstGeom>
        </p:spPr>
        <p:txBody>
          <a:bodyPr vert="horz" lIns="0" tIns="0" rIns="0" bIns="0" rtlCol="0" anchor="t">
            <a:noAutofit/>
          </a:bodyPr>
          <a:lstStyle>
            <a:lvl1pPr marL="0" indent="0" algn="l" defTabSz="914400" rtl="0" eaLnBrk="1" latinLnBrk="0" hangingPunct="1">
              <a:lnSpc>
                <a:spcPts val="2880"/>
              </a:lnSpc>
              <a:spcBef>
                <a:spcPts val="0"/>
              </a:spcBef>
              <a:spcAft>
                <a:spcPts val="992"/>
              </a:spcAft>
              <a:buFont typeface="Arial" panose="020B0604020202020204" pitchFamily="34" charset="0"/>
              <a:buNone/>
              <a:defRPr sz="3600" b="1" kern="3000" spc="-100" baseline="0">
                <a:solidFill>
                  <a:schemeClr val="tx2"/>
                </a:solidFill>
                <a:latin typeface="+mn-lt"/>
                <a:ea typeface="+mn-ea"/>
                <a:cs typeface="+mn-cs"/>
              </a:defRPr>
            </a:lvl1pPr>
            <a:lvl2pPr marL="457200" indent="0" algn="ctr" defTabSz="914400" rtl="0" eaLnBrk="1" latinLnBrk="0" hangingPunct="1">
              <a:lnSpc>
                <a:spcPts val="2880"/>
              </a:lnSpc>
              <a:spcBef>
                <a:spcPts val="0"/>
              </a:spcBef>
              <a:spcAft>
                <a:spcPts val="992"/>
              </a:spcAft>
              <a:buFont typeface="Arial" panose="020B0604020202020204" pitchFamily="34" charset="0"/>
              <a:buNone/>
              <a:defRPr sz="2000" kern="2000" spc="-100" baseline="0">
                <a:solidFill>
                  <a:srgbClr val="203232"/>
                </a:solidFill>
                <a:latin typeface="+mn-lt"/>
                <a:ea typeface="+mn-ea"/>
                <a:cs typeface="+mn-cs"/>
              </a:defRPr>
            </a:lvl2pPr>
            <a:lvl3pPr marL="914400" indent="0" algn="ctr" defTabSz="914400" rtl="0" eaLnBrk="1" latinLnBrk="0" hangingPunct="1">
              <a:lnSpc>
                <a:spcPts val="2880"/>
              </a:lnSpc>
              <a:spcBef>
                <a:spcPts val="0"/>
              </a:spcBef>
              <a:spcAft>
                <a:spcPts val="992"/>
              </a:spcAft>
              <a:buFont typeface="Arial" panose="020B0604020202020204" pitchFamily="34" charset="0"/>
              <a:buNone/>
              <a:defRPr sz="1800" kern="2000" spc="-100" baseline="0">
                <a:solidFill>
                  <a:srgbClr val="203232"/>
                </a:solidFill>
                <a:latin typeface="+mn-lt"/>
                <a:ea typeface="+mn-ea"/>
                <a:cs typeface="+mn-cs"/>
              </a:defRPr>
            </a:lvl3pPr>
            <a:lvl4pPr marL="1371600" indent="0" algn="ctr" defTabSz="914400" rtl="0" eaLnBrk="1" latinLnBrk="0" hangingPunct="1">
              <a:lnSpc>
                <a:spcPts val="2160"/>
              </a:lnSpc>
              <a:spcBef>
                <a:spcPts val="0"/>
              </a:spcBef>
              <a:buFont typeface="Arial" panose="020B0604020202020204" pitchFamily="34" charset="0"/>
              <a:buNone/>
              <a:defRPr sz="1600" kern="1200">
                <a:solidFill>
                  <a:srgbClr val="203232"/>
                </a:solidFill>
                <a:latin typeface="+mn-lt"/>
                <a:ea typeface="+mn-ea"/>
                <a:cs typeface="+mn-cs"/>
              </a:defRPr>
            </a:lvl4pPr>
            <a:lvl5pPr marL="1828800" indent="0" algn="ctr" defTabSz="914400" rtl="0" eaLnBrk="1" latinLnBrk="0" hangingPunct="1">
              <a:lnSpc>
                <a:spcPts val="2160"/>
              </a:lnSpc>
              <a:spcBef>
                <a:spcPts val="0"/>
              </a:spcBef>
              <a:buFont typeface="Arial" panose="020B0604020202020204" pitchFamily="34" charset="0"/>
              <a:buNone/>
              <a:defRPr sz="1600" b="1" kern="1200">
                <a:solidFill>
                  <a:srgbClr val="203232"/>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r>
              <a:rPr lang="en-GB" sz="2400" dirty="0">
                <a:latin typeface="Arial"/>
                <a:cs typeface="Arial"/>
              </a:rPr>
              <a:t>Null hypothesis (H</a:t>
            </a:r>
            <a:r>
              <a:rPr lang="en-GB" sz="2400" baseline="-25000" dirty="0">
                <a:latin typeface="Arial"/>
                <a:cs typeface="Arial"/>
              </a:rPr>
              <a:t>0</a:t>
            </a:r>
            <a:r>
              <a:rPr lang="en-GB" sz="2400" dirty="0">
                <a:latin typeface="Arial"/>
                <a:cs typeface="Arial"/>
              </a:rPr>
              <a:t>):</a:t>
            </a:r>
            <a:r>
              <a:rPr lang="en-GB" sz="2400" b="0" dirty="0">
                <a:latin typeface="Arial"/>
                <a:cs typeface="Arial"/>
              </a:rPr>
              <a:t> </a:t>
            </a:r>
            <a:r>
              <a:rPr lang="en-GB" sz="2400" b="0" dirty="0">
                <a:solidFill>
                  <a:srgbClr val="FF0000"/>
                </a:solidFill>
                <a:latin typeface="Arial"/>
                <a:cs typeface="Arial"/>
              </a:rPr>
              <a:t> There is </a:t>
            </a:r>
            <a:r>
              <a:rPr lang="en-GB" sz="2400" dirty="0">
                <a:solidFill>
                  <a:srgbClr val="FF0000"/>
                </a:solidFill>
                <a:latin typeface="Arial"/>
                <a:cs typeface="Arial"/>
              </a:rPr>
              <a:t>no</a:t>
            </a:r>
            <a:r>
              <a:rPr lang="en-GB" sz="2400" b="0" dirty="0">
                <a:solidFill>
                  <a:srgbClr val="FF0000"/>
                </a:solidFill>
                <a:latin typeface="Arial"/>
                <a:cs typeface="Arial"/>
              </a:rPr>
              <a:t> correlation between </a:t>
            </a:r>
            <a:r>
              <a:rPr lang="en-GB" sz="2400" b="0" dirty="0">
                <a:solidFill>
                  <a:srgbClr val="FF0000"/>
                </a:solidFill>
                <a:ea typeface="+mn-lt"/>
                <a:cs typeface="+mn-lt"/>
              </a:rPr>
              <a:t>Stress Level</a:t>
            </a:r>
            <a:r>
              <a:rPr lang="en-GB" sz="2400" b="0" dirty="0">
                <a:solidFill>
                  <a:srgbClr val="FF0000"/>
                </a:solidFill>
                <a:latin typeface="Arial"/>
                <a:cs typeface="Arial"/>
              </a:rPr>
              <a:t> and </a:t>
            </a:r>
            <a:r>
              <a:rPr lang="en-GB" sz="2400" b="0" dirty="0">
                <a:solidFill>
                  <a:srgbClr val="FF0000"/>
                </a:solidFill>
                <a:ea typeface="+mn-lt"/>
                <a:cs typeface="+mn-lt"/>
              </a:rPr>
              <a:t>Quality of Sleep</a:t>
            </a:r>
            <a:r>
              <a:rPr lang="en-GB" sz="2400" b="0" dirty="0">
                <a:solidFill>
                  <a:srgbClr val="FF0000"/>
                </a:solidFill>
                <a:latin typeface="Arial"/>
                <a:cs typeface="Arial"/>
              </a:rPr>
              <a:t>.</a:t>
            </a:r>
            <a:endParaRPr lang="en-US" sz="2400" dirty="0">
              <a:solidFill>
                <a:srgbClr val="203232"/>
              </a:solidFill>
              <a:latin typeface="Arial"/>
              <a:cs typeface="Arial"/>
            </a:endParaRPr>
          </a:p>
          <a:p>
            <a:pPr>
              <a:lnSpc>
                <a:spcPct val="100000"/>
              </a:lnSpc>
            </a:pPr>
            <a:r>
              <a:rPr lang="en-GB" sz="2400" dirty="0">
                <a:latin typeface="Arial"/>
                <a:cs typeface="Arial"/>
              </a:rPr>
              <a:t>Alternative hypothesis (H</a:t>
            </a:r>
            <a:r>
              <a:rPr lang="en-GB" sz="2400" baseline="-25000" dirty="0">
                <a:latin typeface="Arial"/>
                <a:cs typeface="Arial"/>
              </a:rPr>
              <a:t>1</a:t>
            </a:r>
            <a:r>
              <a:rPr lang="en-GB" sz="2400" dirty="0">
                <a:latin typeface="Arial"/>
                <a:cs typeface="Arial"/>
              </a:rPr>
              <a:t>):</a:t>
            </a:r>
            <a:r>
              <a:rPr lang="en-GB" sz="2400" b="0" dirty="0">
                <a:latin typeface="Arial"/>
                <a:cs typeface="Arial"/>
              </a:rPr>
              <a:t> </a:t>
            </a:r>
            <a:r>
              <a:rPr lang="en-GB" sz="2400" b="0" dirty="0">
                <a:solidFill>
                  <a:srgbClr val="FF0000"/>
                </a:solidFill>
                <a:latin typeface="Arial"/>
                <a:cs typeface="Arial"/>
              </a:rPr>
              <a:t>There is </a:t>
            </a:r>
            <a:r>
              <a:rPr lang="en-GB" sz="2400" dirty="0">
                <a:solidFill>
                  <a:srgbClr val="FF0000"/>
                </a:solidFill>
                <a:latin typeface="Arial"/>
                <a:cs typeface="Arial"/>
              </a:rPr>
              <a:t>a</a:t>
            </a:r>
            <a:r>
              <a:rPr lang="en-GB" sz="2400" b="0" dirty="0">
                <a:solidFill>
                  <a:srgbClr val="FF0000"/>
                </a:solidFill>
                <a:latin typeface="Arial"/>
                <a:cs typeface="Arial"/>
              </a:rPr>
              <a:t> correlation between </a:t>
            </a:r>
            <a:r>
              <a:rPr lang="en-GB" sz="2400" b="0" dirty="0">
                <a:solidFill>
                  <a:srgbClr val="FF0000"/>
                </a:solidFill>
                <a:ea typeface="+mn-lt"/>
                <a:cs typeface="+mn-lt"/>
              </a:rPr>
              <a:t>Stress Level</a:t>
            </a:r>
            <a:r>
              <a:rPr lang="en-GB" sz="2400" b="0" dirty="0">
                <a:solidFill>
                  <a:srgbClr val="FF0000"/>
                </a:solidFill>
                <a:latin typeface="Arial"/>
                <a:cs typeface="Arial"/>
              </a:rPr>
              <a:t> and </a:t>
            </a:r>
            <a:r>
              <a:rPr lang="en-GB" sz="2400" b="0" dirty="0">
                <a:solidFill>
                  <a:srgbClr val="FF0000"/>
                </a:solidFill>
                <a:ea typeface="+mn-lt"/>
                <a:cs typeface="+mn-lt"/>
              </a:rPr>
              <a:t>Quality of Sleep</a:t>
            </a:r>
            <a:r>
              <a:rPr lang="en-GB" sz="2400" b="0" dirty="0">
                <a:solidFill>
                  <a:srgbClr val="FF0000"/>
                </a:solidFill>
                <a:latin typeface="Arial"/>
                <a:cs typeface="Arial"/>
              </a:rPr>
              <a:t>.</a:t>
            </a:r>
            <a:endParaRPr lang="en-US" sz="2400">
              <a:solidFill>
                <a:srgbClr val="203232"/>
              </a:solidFill>
              <a:latin typeface="Arial"/>
              <a:cs typeface="Arial"/>
            </a:endParaRPr>
          </a:p>
        </p:txBody>
      </p:sp>
    </p:spTree>
    <p:extLst>
      <p:ext uri="{BB962C8B-B14F-4D97-AF65-F5344CB8AC3E}">
        <p14:creationId xmlns:p14="http://schemas.microsoft.com/office/powerpoint/2010/main" val="32494612"/>
      </p:ext>
    </p:extLst>
  </p:cSld>
  <p:clrMapOvr>
    <a:masterClrMapping/>
  </p:clrMapOvr>
</p:sld>
</file>

<file path=ppt/theme/theme1.xml><?xml version="1.0" encoding="utf-8"?>
<a:theme xmlns:a="http://schemas.openxmlformats.org/drawingml/2006/main" name="Herts Theme">
  <a:themeElements>
    <a:clrScheme name="Custom 2">
      <a:dk1>
        <a:srgbClr val="203232"/>
      </a:dk1>
      <a:lt1>
        <a:srgbClr val="FFFFFF"/>
      </a:lt1>
      <a:dk2>
        <a:srgbClr val="203232"/>
      </a:dk2>
      <a:lt2>
        <a:srgbClr val="FFFFFF"/>
      </a:lt2>
      <a:accent1>
        <a:srgbClr val="9C5FB5"/>
      </a:accent1>
      <a:accent2>
        <a:srgbClr val="00B9E4"/>
      </a:accent2>
      <a:accent3>
        <a:srgbClr val="F53F5B"/>
      </a:accent3>
      <a:accent4>
        <a:srgbClr val="0073CF"/>
      </a:accent4>
      <a:accent5>
        <a:srgbClr val="45B382"/>
      </a:accent5>
      <a:accent6>
        <a:srgbClr val="FFCF20"/>
      </a:accent6>
      <a:hlink>
        <a:srgbClr val="0073CF"/>
      </a:hlink>
      <a:folHlink>
        <a:srgbClr val="9C5FB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6DBA85F447B164191BB36C258697B67" ma:contentTypeVersion="14" ma:contentTypeDescription="Create a new document." ma:contentTypeScope="" ma:versionID="ea511d05ca7f895fe9556935b5c9af34">
  <xsd:schema xmlns:xsd="http://www.w3.org/2001/XMLSchema" xmlns:xs="http://www.w3.org/2001/XMLSchema" xmlns:p="http://schemas.microsoft.com/office/2006/metadata/properties" xmlns:ns2="4ad138b4-2b68-4b70-945d-07f8f18b1c9a" xmlns:ns3="3c474641-ec36-472f-b125-6b1b0910eaa4" targetNamespace="http://schemas.microsoft.com/office/2006/metadata/properties" ma:root="true" ma:fieldsID="662270106d7a7e100bcac2c5f8d29899" ns2:_="" ns3:_="">
    <xsd:import namespace="4ad138b4-2b68-4b70-945d-07f8f18b1c9a"/>
    <xsd:import namespace="3c474641-ec36-472f-b125-6b1b0910eaa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Information"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ad138b4-2b68-4b70-945d-07f8f18b1c9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Information" ma:index="12" nillable="true" ma:displayName="Information" ma:format="Dropdown" ma:internalName="Information">
      <xsd:simpleType>
        <xsd:restriction base="dms:Text">
          <xsd:maxLength value="255"/>
        </xsd:restrictio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c474641-ec36-472f-b125-6b1b0910eaa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Information xmlns="4ad138b4-2b68-4b70-945d-07f8f18b1c9a" xsi:nil="true"/>
  </documentManagement>
</p:properties>
</file>

<file path=customXml/itemProps1.xml><?xml version="1.0" encoding="utf-8"?>
<ds:datastoreItem xmlns:ds="http://schemas.openxmlformats.org/officeDocument/2006/customXml" ds:itemID="{91C521DD-2673-4EE6-BB9B-DC5C3320FFBB}">
  <ds:schemaRefs>
    <ds:schemaRef ds:uri="http://schemas.microsoft.com/sharepoint/v3/contenttype/forms"/>
  </ds:schemaRefs>
</ds:datastoreItem>
</file>

<file path=customXml/itemProps2.xml><?xml version="1.0" encoding="utf-8"?>
<ds:datastoreItem xmlns:ds="http://schemas.openxmlformats.org/officeDocument/2006/customXml" ds:itemID="{421B8C57-903D-4D0E-8336-7B512F760CD1}">
  <ds:schemaRefs>
    <ds:schemaRef ds:uri="3c474641-ec36-472f-b125-6b1b0910eaa4"/>
    <ds:schemaRef ds:uri="4ad138b4-2b68-4b70-945d-07f8f18b1c9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EDD1FC41-23C7-41B0-B5F9-BF4CD38AD2ED}">
  <ds:schemaRefs>
    <ds:schemaRef ds:uri="3c474641-ec36-472f-b125-6b1b0910eaa4"/>
    <ds:schemaRef ds:uri="4ad138b4-2b68-4b70-945d-07f8f18b1c9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4</Slides>
  <Notes>3</Notes>
  <HiddenSlides>0</HiddenSlides>
  <ScaleCrop>false</ScaleCrop>
  <HeadingPairs>
    <vt:vector size="4" baseType="variant">
      <vt:variant>
        <vt:lpstr>Theme</vt:lpstr>
      </vt:variant>
      <vt:variant>
        <vt:i4>1</vt:i4>
      </vt:variant>
      <vt:variant>
        <vt:lpstr>Slide Titles</vt:lpstr>
      </vt:variant>
      <vt:variant>
        <vt:i4>4</vt:i4>
      </vt:variant>
    </vt:vector>
  </HeadingPairs>
  <TitlesOfParts>
    <vt:vector size="5" baseType="lpstr">
      <vt:lpstr>Herts Theme</vt:lpstr>
      <vt:lpstr>Research Question –  Tutorial Presentation for Feedback Date: 24 - 11 - 2025</vt:lpstr>
      <vt:lpstr>Variables included in our research question: Quality of Sleep, Stress Level 5 rows of the dataset        Our dataset has a total of 374 rows and 13 columns. </vt:lpstr>
      <vt:lpstr>This dataset is interesting to us because it gives an insight on how lifestyle habits can affect the well-being of people from various professional backgrounds.   Our  Independent variable: Quality of Sleep  Independent variable datatype: Ordinal  Our Dependent variable: Stress Level Dependent variable datatype: Ordinal</vt:lpstr>
      <vt:lpstr>Template 1:  Is there a correlation between Stress Level and Quality of Sleep?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Joanne Harwood</dc:creator>
  <cp:revision>490</cp:revision>
  <dcterms:created xsi:type="dcterms:W3CDTF">2019-10-01T08:37:56Z</dcterms:created>
  <dcterms:modified xsi:type="dcterms:W3CDTF">2025-11-24T14:16:32Z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0x01010026DBA85F447B164191BB36C258697B67</vt:lpwstr>
  </property>
</Properties>
</file>