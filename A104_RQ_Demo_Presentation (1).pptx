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1" r:id="rId5"/>
  </p:sldMasterIdLst>
  <p:notesMasterIdLst>
    <p:notesMasterId r:id="rId6"/>
  </p:notesMasterIdLst>
  <p:sldIdLst>
    <p:sldId id="256" r:id="rId7"/>
    <p:sldId id="257" r:id="rId8"/>
    <p:sldId id="258" r:id="rId9"/>
    <p:sldId id="259" r:id="rId10"/>
    <p:sldId id="260" r:id="rId11"/>
    <p:sldId id="261" r:id="rId12"/>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guide id="3" orient="horz" pos="3249">
          <p15:clr>
            <a:srgbClr val="A4A3A4"/>
          </p15:clr>
        </p15:guide>
        <p15:guide id="4" pos="7068">
          <p15:clr>
            <a:srgbClr val="A4A3A4"/>
          </p15:clr>
        </p15:guide>
        <p15:guide id="5" orient="horz" pos="13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4A77968-CC03-466F-805F-32AFCF41EF97}">
  <a:tblStyle styleId="{94A77968-CC03-466F-805F-32AFCF41EF97}" styleName="Table_0">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FE9F2"/>
          </a:solidFill>
        </a:fill>
      </a:tcStyle>
    </a:wholeTbl>
    <a:band1H>
      <a:tcTxStyle/>
      <a:tcStyle>
        <a:fill>
          <a:solidFill>
            <a:srgbClr val="DED1E5"/>
          </a:solidFill>
        </a:fill>
      </a:tcStyle>
    </a:band1H>
    <a:band2H>
      <a:tcTxStyle/>
    </a:band2H>
    <a:band1V>
      <a:tcTxStyle/>
      <a:tcStyle>
        <a:fill>
          <a:solidFill>
            <a:srgbClr val="DED1E5"/>
          </a:solidFill>
        </a:fill>
      </a:tcStyle>
    </a:band1V>
    <a:band2V>
      <a:tcTxStyle/>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 pos="3249" orient="horz"/>
        <p:guide pos="7068"/>
        <p:guide pos="1380" orient="horz"/>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 name="Google Shape;9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 name="Google Shape;9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 name="Google Shape;104;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Before specifying your Research Question you must define the type of data you are analysing.  Are the variables you select interval data (measurement data you can divide, multiple, etc),  OR are they ordinal (there is a definite order but the intervals between each variable are not necessarily equal, or the terms might be subjective like in a likert scale); OR are they just categorical/nominal (Items such as film names, cities, etc., that you can count numbers of occurrences?   You also need to understand whether the variable is either dependent or independent and this will vary according to the context. Independent variables may cause an effect, whereas the dependent variable might be effected by the independent variable.  Check the lecture notes on the RQ for more information and examples.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You will get only one opportunity to present your Research Question ahead of the submission date.  Have your questions ready, and be ready to take notes on feedback.</a:t>
            </a:r>
            <a:endParaRPr/>
          </a:p>
        </p:txBody>
      </p:sp>
      <p:sp>
        <p:nvSpPr>
          <p:cNvPr id="105" name="Google Shape;105;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 name="Google Shape;11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aba28f92f3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aba28f92f3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 name="Google Shape;125;g3aba28f92f3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aba28f92f3_0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aba28f92f3_0_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 name="Google Shape;133;g3aba28f92f3_0_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divider" type="title">
  <p:cSld name="TITLE">
    <p:bg>
      <p:bgPr>
        <a:solidFill>
          <a:schemeClr val="accent1"/>
        </a:solidFill>
      </p:bgPr>
    </p:bg>
    <p:spTree>
      <p:nvGrpSpPr>
        <p:cNvPr id="14" name="Shape 14"/>
        <p:cNvGrpSpPr/>
        <p:nvPr/>
      </p:nvGrpSpPr>
      <p:grpSpPr>
        <a:xfrm>
          <a:off x="0" y="0"/>
          <a:ext cx="0" cy="0"/>
          <a:chOff x="0" y="0"/>
          <a:chExt cx="0" cy="0"/>
        </a:xfrm>
      </p:grpSpPr>
      <p:sp>
        <p:nvSpPr>
          <p:cNvPr id="15" name="Google Shape;15;p2"/>
          <p:cNvSpPr txBox="1"/>
          <p:nvPr>
            <p:ph type="ctrTitle"/>
          </p:nvPr>
        </p:nvSpPr>
        <p:spPr>
          <a:xfrm>
            <a:off x="953999" y="2579715"/>
            <a:ext cx="10031157" cy="2160000"/>
          </a:xfrm>
          <a:prstGeom prst="rect">
            <a:avLst/>
          </a:prstGeom>
          <a:noFill/>
          <a:ln>
            <a:noFill/>
          </a:ln>
        </p:spPr>
        <p:txBody>
          <a:bodyPr anchorCtr="0" anchor="t" bIns="0" lIns="0" spcFirstLastPara="1" rIns="0" wrap="square" tIns="0">
            <a:normAutofit/>
          </a:bodyPr>
          <a:lstStyle>
            <a:lvl1pPr lvl="0" algn="l">
              <a:lnSpc>
                <a:spcPct val="106666"/>
              </a:lnSpc>
              <a:spcBef>
                <a:spcPts val="0"/>
              </a:spcBef>
              <a:spcAft>
                <a:spcPts val="0"/>
              </a:spcAft>
              <a:buClr>
                <a:schemeClr val="lt1"/>
              </a:buClr>
              <a:buSzPts val="7500"/>
              <a:buFont typeface="Arial"/>
              <a:buNone/>
              <a:defRPr b="1" sz="75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 name="Google Shape;16;p2"/>
          <p:cNvSpPr txBox="1"/>
          <p:nvPr>
            <p:ph idx="1" type="subTitle"/>
          </p:nvPr>
        </p:nvSpPr>
        <p:spPr>
          <a:xfrm>
            <a:off x="954000" y="1890000"/>
            <a:ext cx="10031156" cy="360000"/>
          </a:xfrm>
          <a:prstGeom prst="rect">
            <a:avLst/>
          </a:prstGeom>
          <a:noFill/>
          <a:ln>
            <a:noFill/>
          </a:ln>
        </p:spPr>
        <p:txBody>
          <a:bodyPr anchorCtr="0" anchor="t" bIns="0" lIns="0" spcFirstLastPara="1" rIns="0" wrap="square" tIns="0">
            <a:noAutofit/>
          </a:bodyPr>
          <a:lstStyle>
            <a:lvl1pPr lvl="0" algn="l">
              <a:lnSpc>
                <a:spcPct val="80000"/>
              </a:lnSpc>
              <a:spcBef>
                <a:spcPts val="0"/>
              </a:spcBef>
              <a:spcAft>
                <a:spcPts val="0"/>
              </a:spcAft>
              <a:buClr>
                <a:schemeClr val="lt1"/>
              </a:buClr>
              <a:buSzPts val="3600"/>
              <a:buNone/>
              <a:defRPr b="1" sz="3600">
                <a:solidFill>
                  <a:schemeClr val="lt1"/>
                </a:solidFill>
              </a:defRPr>
            </a:lvl1pPr>
            <a:lvl2pPr lvl="1" algn="ctr">
              <a:lnSpc>
                <a:spcPct val="144000"/>
              </a:lnSpc>
              <a:spcBef>
                <a:spcPts val="992"/>
              </a:spcBef>
              <a:spcAft>
                <a:spcPts val="0"/>
              </a:spcAft>
              <a:buClr>
                <a:srgbClr val="203232"/>
              </a:buClr>
              <a:buSzPts val="2000"/>
              <a:buNone/>
              <a:defRPr sz="2000"/>
            </a:lvl2pPr>
            <a:lvl3pPr lvl="2" algn="ctr">
              <a:lnSpc>
                <a:spcPct val="160000"/>
              </a:lnSpc>
              <a:spcBef>
                <a:spcPts val="992"/>
              </a:spcBef>
              <a:spcAft>
                <a:spcPts val="0"/>
              </a:spcAft>
              <a:buClr>
                <a:srgbClr val="203232"/>
              </a:buClr>
              <a:buSzPts val="1800"/>
              <a:buNone/>
              <a:defRPr sz="1800"/>
            </a:lvl3pPr>
            <a:lvl4pPr lvl="3" algn="ctr">
              <a:lnSpc>
                <a:spcPct val="135000"/>
              </a:lnSpc>
              <a:spcBef>
                <a:spcPts val="992"/>
              </a:spcBef>
              <a:spcAft>
                <a:spcPts val="0"/>
              </a:spcAft>
              <a:buClr>
                <a:srgbClr val="203232"/>
              </a:buClr>
              <a:buSzPts val="1600"/>
              <a:buNone/>
              <a:defRPr sz="1600"/>
            </a:lvl4pPr>
            <a:lvl5pPr lvl="4" algn="ctr">
              <a:lnSpc>
                <a:spcPct val="135000"/>
              </a:lnSpc>
              <a:spcBef>
                <a:spcPts val="0"/>
              </a:spcBef>
              <a:spcAft>
                <a:spcPts val="0"/>
              </a:spcAft>
              <a:buClr>
                <a:srgbClr val="203232"/>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7" name="Google Shape;17;p2"/>
          <p:cNvSpPr txBox="1"/>
          <p:nvPr>
            <p:ph idx="11" type="ftr"/>
          </p:nvPr>
        </p:nvSpPr>
        <p:spPr>
          <a:xfrm>
            <a:off x="965289" y="779733"/>
            <a:ext cx="7176911" cy="230832"/>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
          <p:cNvSpPr txBox="1"/>
          <p:nvPr>
            <p:ph idx="12" type="sldNum"/>
          </p:nvPr>
        </p:nvSpPr>
        <p:spPr>
          <a:xfrm>
            <a:off x="10616400" y="779733"/>
            <a:ext cx="622800" cy="230832"/>
          </a:xfrm>
          <a:prstGeom prst="rect">
            <a:avLst/>
          </a:prstGeom>
          <a:noFill/>
          <a:ln>
            <a:noFill/>
          </a:ln>
        </p:spPr>
        <p:txBody>
          <a:bodyPr anchorCtr="0" anchor="t" bIns="0" lIns="0" spcFirstLastPara="1" rIns="0" wrap="square" tIns="0">
            <a:noAutofit/>
          </a:bodyPr>
          <a:lstStyle>
            <a:lvl1pPr indent="0" lvl="0" marL="0" algn="r">
              <a:spcBef>
                <a:spcPts val="0"/>
              </a:spcBef>
              <a:buNone/>
              <a:defRPr b="1" i="0" sz="1500" u="none" cap="none" strike="noStrike">
                <a:solidFill>
                  <a:schemeClr val="lt1"/>
                </a:solidFill>
                <a:latin typeface="Arial"/>
                <a:ea typeface="Arial"/>
                <a:cs typeface="Arial"/>
                <a:sym typeface="Arial"/>
              </a:defRPr>
            </a:lvl1pPr>
            <a:lvl2pPr indent="0" lvl="1" marL="0" algn="r">
              <a:spcBef>
                <a:spcPts val="0"/>
              </a:spcBef>
              <a:buNone/>
              <a:defRPr b="1" i="0" sz="1500" u="none" cap="none" strike="noStrike">
                <a:solidFill>
                  <a:schemeClr val="lt1"/>
                </a:solidFill>
                <a:latin typeface="Arial"/>
                <a:ea typeface="Arial"/>
                <a:cs typeface="Arial"/>
                <a:sym typeface="Arial"/>
              </a:defRPr>
            </a:lvl2pPr>
            <a:lvl3pPr indent="0" lvl="2" marL="0" algn="r">
              <a:spcBef>
                <a:spcPts val="0"/>
              </a:spcBef>
              <a:buNone/>
              <a:defRPr b="1" i="0" sz="1500" u="none" cap="none" strike="noStrike">
                <a:solidFill>
                  <a:schemeClr val="lt1"/>
                </a:solidFill>
                <a:latin typeface="Arial"/>
                <a:ea typeface="Arial"/>
                <a:cs typeface="Arial"/>
                <a:sym typeface="Arial"/>
              </a:defRPr>
            </a:lvl3pPr>
            <a:lvl4pPr indent="0" lvl="3" marL="0" algn="r">
              <a:spcBef>
                <a:spcPts val="0"/>
              </a:spcBef>
              <a:buNone/>
              <a:defRPr b="1" i="0" sz="1500" u="none" cap="none" strike="noStrike">
                <a:solidFill>
                  <a:schemeClr val="lt1"/>
                </a:solidFill>
                <a:latin typeface="Arial"/>
                <a:ea typeface="Arial"/>
                <a:cs typeface="Arial"/>
                <a:sym typeface="Arial"/>
              </a:defRPr>
            </a:lvl4pPr>
            <a:lvl5pPr indent="0" lvl="4" marL="0" algn="r">
              <a:spcBef>
                <a:spcPts val="0"/>
              </a:spcBef>
              <a:buNone/>
              <a:defRPr b="1" i="0" sz="1500" u="none" cap="none" strike="noStrike">
                <a:solidFill>
                  <a:schemeClr val="lt1"/>
                </a:solidFill>
                <a:latin typeface="Arial"/>
                <a:ea typeface="Arial"/>
                <a:cs typeface="Arial"/>
                <a:sym typeface="Arial"/>
              </a:defRPr>
            </a:lvl5pPr>
            <a:lvl6pPr indent="0" lvl="5" marL="0" algn="r">
              <a:spcBef>
                <a:spcPts val="0"/>
              </a:spcBef>
              <a:buNone/>
              <a:defRPr b="1" i="0" sz="1500" u="none" cap="none" strike="noStrike">
                <a:solidFill>
                  <a:schemeClr val="lt1"/>
                </a:solidFill>
                <a:latin typeface="Arial"/>
                <a:ea typeface="Arial"/>
                <a:cs typeface="Arial"/>
                <a:sym typeface="Arial"/>
              </a:defRPr>
            </a:lvl6pPr>
            <a:lvl7pPr indent="0" lvl="6" marL="0" algn="r">
              <a:spcBef>
                <a:spcPts val="0"/>
              </a:spcBef>
              <a:buNone/>
              <a:defRPr b="1" i="0" sz="1500" u="none" cap="none" strike="noStrike">
                <a:solidFill>
                  <a:schemeClr val="lt1"/>
                </a:solidFill>
                <a:latin typeface="Arial"/>
                <a:ea typeface="Arial"/>
                <a:cs typeface="Arial"/>
                <a:sym typeface="Arial"/>
              </a:defRPr>
            </a:lvl7pPr>
            <a:lvl8pPr indent="0" lvl="7" marL="0" algn="r">
              <a:spcBef>
                <a:spcPts val="0"/>
              </a:spcBef>
              <a:buNone/>
              <a:defRPr b="1" i="0" sz="1500" u="none" cap="none" strike="noStrike">
                <a:solidFill>
                  <a:schemeClr val="lt1"/>
                </a:solidFill>
                <a:latin typeface="Arial"/>
                <a:ea typeface="Arial"/>
                <a:cs typeface="Arial"/>
                <a:sym typeface="Arial"/>
              </a:defRPr>
            </a:lvl8pPr>
            <a:lvl9pPr indent="0" lvl="8" marL="0" algn="r">
              <a:spcBef>
                <a:spcPts val="0"/>
              </a:spcBef>
              <a:buNone/>
              <a:defRPr b="1" i="0" sz="15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pic>
        <p:nvPicPr>
          <p:cNvPr descr="A picture containing drawing&#10;&#10;Description automatically generated" id="19" name="Google Shape;19;p2"/>
          <p:cNvPicPr preferRelativeResize="0"/>
          <p:nvPr/>
        </p:nvPicPr>
        <p:blipFill rotWithShape="1">
          <a:blip r:embed="rId2">
            <a:alphaModFix/>
          </a:blip>
          <a:srcRect b="0" l="0" r="0" t="0"/>
          <a:stretch/>
        </p:blipFill>
        <p:spPr>
          <a:xfrm>
            <a:off x="954000" y="5511600"/>
            <a:ext cx="2242800" cy="39795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age">
  <p:cSld name="Title page">
    <p:bg>
      <p:bgPr>
        <a:solidFill>
          <a:schemeClr val="lt1"/>
        </a:solidFill>
      </p:bgPr>
    </p:bg>
    <p:spTree>
      <p:nvGrpSpPr>
        <p:cNvPr id="20" name="Shape 20"/>
        <p:cNvGrpSpPr/>
        <p:nvPr/>
      </p:nvGrpSpPr>
      <p:grpSpPr>
        <a:xfrm>
          <a:off x="0" y="0"/>
          <a:ext cx="0" cy="0"/>
          <a:chOff x="0" y="0"/>
          <a:chExt cx="0" cy="0"/>
        </a:xfrm>
      </p:grpSpPr>
      <p:sp>
        <p:nvSpPr>
          <p:cNvPr id="21" name="Google Shape;21;p3"/>
          <p:cNvSpPr txBox="1"/>
          <p:nvPr>
            <p:ph idx="1" type="subTitle"/>
          </p:nvPr>
        </p:nvSpPr>
        <p:spPr>
          <a:xfrm>
            <a:off x="954000" y="1890000"/>
            <a:ext cx="7200000" cy="360000"/>
          </a:xfrm>
          <a:prstGeom prst="rect">
            <a:avLst/>
          </a:prstGeom>
          <a:noFill/>
          <a:ln>
            <a:noFill/>
          </a:ln>
        </p:spPr>
        <p:txBody>
          <a:bodyPr anchorCtr="0" anchor="t" bIns="0" lIns="0" spcFirstLastPara="1" rIns="0" wrap="square" tIns="0">
            <a:noAutofit/>
          </a:bodyPr>
          <a:lstStyle>
            <a:lvl1pPr lvl="0" algn="l">
              <a:lnSpc>
                <a:spcPct val="80000"/>
              </a:lnSpc>
              <a:spcBef>
                <a:spcPts val="0"/>
              </a:spcBef>
              <a:spcAft>
                <a:spcPts val="0"/>
              </a:spcAft>
              <a:buClr>
                <a:schemeClr val="dk2"/>
              </a:buClr>
              <a:buSzPts val="3600"/>
              <a:buNone/>
              <a:defRPr b="1" sz="3600">
                <a:solidFill>
                  <a:schemeClr val="dk2"/>
                </a:solidFill>
              </a:defRPr>
            </a:lvl1pPr>
            <a:lvl2pPr lvl="1" algn="ctr">
              <a:lnSpc>
                <a:spcPct val="144000"/>
              </a:lnSpc>
              <a:spcBef>
                <a:spcPts val="992"/>
              </a:spcBef>
              <a:spcAft>
                <a:spcPts val="0"/>
              </a:spcAft>
              <a:buClr>
                <a:srgbClr val="203232"/>
              </a:buClr>
              <a:buSzPts val="2000"/>
              <a:buNone/>
              <a:defRPr sz="2000"/>
            </a:lvl2pPr>
            <a:lvl3pPr lvl="2" algn="ctr">
              <a:lnSpc>
                <a:spcPct val="160000"/>
              </a:lnSpc>
              <a:spcBef>
                <a:spcPts val="992"/>
              </a:spcBef>
              <a:spcAft>
                <a:spcPts val="0"/>
              </a:spcAft>
              <a:buClr>
                <a:srgbClr val="203232"/>
              </a:buClr>
              <a:buSzPts val="1800"/>
              <a:buNone/>
              <a:defRPr sz="1800"/>
            </a:lvl3pPr>
            <a:lvl4pPr lvl="3" algn="ctr">
              <a:lnSpc>
                <a:spcPct val="135000"/>
              </a:lnSpc>
              <a:spcBef>
                <a:spcPts val="992"/>
              </a:spcBef>
              <a:spcAft>
                <a:spcPts val="0"/>
              </a:spcAft>
              <a:buClr>
                <a:srgbClr val="203232"/>
              </a:buClr>
              <a:buSzPts val="1600"/>
              <a:buNone/>
              <a:defRPr sz="1600"/>
            </a:lvl4pPr>
            <a:lvl5pPr lvl="4" algn="ctr">
              <a:lnSpc>
                <a:spcPct val="135000"/>
              </a:lnSpc>
              <a:spcBef>
                <a:spcPts val="0"/>
              </a:spcBef>
              <a:spcAft>
                <a:spcPts val="0"/>
              </a:spcAft>
              <a:buClr>
                <a:srgbClr val="203232"/>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2" name="Google Shape;22;p3"/>
          <p:cNvSpPr txBox="1"/>
          <p:nvPr>
            <p:ph idx="11" type="ftr"/>
          </p:nvPr>
        </p:nvSpPr>
        <p:spPr>
          <a:xfrm>
            <a:off x="965289" y="791022"/>
            <a:ext cx="7176911" cy="230832"/>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solidFill>
                  <a:srgbClr val="8F989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
          <p:cNvSpPr txBox="1"/>
          <p:nvPr>
            <p:ph idx="12" type="sldNum"/>
          </p:nvPr>
        </p:nvSpPr>
        <p:spPr>
          <a:xfrm>
            <a:off x="10616400" y="791022"/>
            <a:ext cx="622800" cy="230832"/>
          </a:xfrm>
          <a:prstGeom prst="rect">
            <a:avLst/>
          </a:prstGeom>
          <a:noFill/>
          <a:ln>
            <a:noFill/>
          </a:ln>
        </p:spPr>
        <p:txBody>
          <a:bodyPr anchorCtr="0" anchor="t" bIns="0" lIns="0" spcFirstLastPara="1" rIns="0" wrap="square" tIns="0">
            <a:noAutofit/>
          </a:bodyPr>
          <a:lstStyle>
            <a:lvl1pPr indent="0" lvl="0" marL="0" algn="r">
              <a:spcBef>
                <a:spcPts val="0"/>
              </a:spcBef>
              <a:buNone/>
              <a:defRPr b="1" i="0" sz="1500" u="none" cap="none" strike="noStrike">
                <a:solidFill>
                  <a:srgbClr val="8F9898"/>
                </a:solidFill>
                <a:latin typeface="Arial"/>
                <a:ea typeface="Arial"/>
                <a:cs typeface="Arial"/>
                <a:sym typeface="Arial"/>
              </a:defRPr>
            </a:lvl1pPr>
            <a:lvl2pPr indent="0" lvl="1" marL="0" algn="r">
              <a:spcBef>
                <a:spcPts val="0"/>
              </a:spcBef>
              <a:buNone/>
              <a:defRPr b="1" i="0" sz="1500" u="none" cap="none" strike="noStrike">
                <a:solidFill>
                  <a:srgbClr val="8F9898"/>
                </a:solidFill>
                <a:latin typeface="Arial"/>
                <a:ea typeface="Arial"/>
                <a:cs typeface="Arial"/>
                <a:sym typeface="Arial"/>
              </a:defRPr>
            </a:lvl2pPr>
            <a:lvl3pPr indent="0" lvl="2" marL="0" algn="r">
              <a:spcBef>
                <a:spcPts val="0"/>
              </a:spcBef>
              <a:buNone/>
              <a:defRPr b="1" i="0" sz="1500" u="none" cap="none" strike="noStrike">
                <a:solidFill>
                  <a:srgbClr val="8F9898"/>
                </a:solidFill>
                <a:latin typeface="Arial"/>
                <a:ea typeface="Arial"/>
                <a:cs typeface="Arial"/>
                <a:sym typeface="Arial"/>
              </a:defRPr>
            </a:lvl3pPr>
            <a:lvl4pPr indent="0" lvl="3" marL="0" algn="r">
              <a:spcBef>
                <a:spcPts val="0"/>
              </a:spcBef>
              <a:buNone/>
              <a:defRPr b="1" i="0" sz="1500" u="none" cap="none" strike="noStrike">
                <a:solidFill>
                  <a:srgbClr val="8F9898"/>
                </a:solidFill>
                <a:latin typeface="Arial"/>
                <a:ea typeface="Arial"/>
                <a:cs typeface="Arial"/>
                <a:sym typeface="Arial"/>
              </a:defRPr>
            </a:lvl4pPr>
            <a:lvl5pPr indent="0" lvl="4" marL="0" algn="r">
              <a:spcBef>
                <a:spcPts val="0"/>
              </a:spcBef>
              <a:buNone/>
              <a:defRPr b="1" i="0" sz="1500" u="none" cap="none" strike="noStrike">
                <a:solidFill>
                  <a:srgbClr val="8F9898"/>
                </a:solidFill>
                <a:latin typeface="Arial"/>
                <a:ea typeface="Arial"/>
                <a:cs typeface="Arial"/>
                <a:sym typeface="Arial"/>
              </a:defRPr>
            </a:lvl5pPr>
            <a:lvl6pPr indent="0" lvl="5" marL="0" algn="r">
              <a:spcBef>
                <a:spcPts val="0"/>
              </a:spcBef>
              <a:buNone/>
              <a:defRPr b="1" i="0" sz="1500" u="none" cap="none" strike="noStrike">
                <a:solidFill>
                  <a:srgbClr val="8F9898"/>
                </a:solidFill>
                <a:latin typeface="Arial"/>
                <a:ea typeface="Arial"/>
                <a:cs typeface="Arial"/>
                <a:sym typeface="Arial"/>
              </a:defRPr>
            </a:lvl6pPr>
            <a:lvl7pPr indent="0" lvl="6" marL="0" algn="r">
              <a:spcBef>
                <a:spcPts val="0"/>
              </a:spcBef>
              <a:buNone/>
              <a:defRPr b="1" i="0" sz="1500" u="none" cap="none" strike="noStrike">
                <a:solidFill>
                  <a:srgbClr val="8F9898"/>
                </a:solidFill>
                <a:latin typeface="Arial"/>
                <a:ea typeface="Arial"/>
                <a:cs typeface="Arial"/>
                <a:sym typeface="Arial"/>
              </a:defRPr>
            </a:lvl7pPr>
            <a:lvl8pPr indent="0" lvl="7" marL="0" algn="r">
              <a:spcBef>
                <a:spcPts val="0"/>
              </a:spcBef>
              <a:buNone/>
              <a:defRPr b="1" i="0" sz="1500" u="none" cap="none" strike="noStrike">
                <a:solidFill>
                  <a:srgbClr val="8F9898"/>
                </a:solidFill>
                <a:latin typeface="Arial"/>
                <a:ea typeface="Arial"/>
                <a:cs typeface="Arial"/>
                <a:sym typeface="Arial"/>
              </a:defRPr>
            </a:lvl8pPr>
            <a:lvl9pPr indent="0" lvl="8" marL="0" algn="r">
              <a:spcBef>
                <a:spcPts val="0"/>
              </a:spcBef>
              <a:buNone/>
              <a:defRPr b="1" i="0" sz="1500" u="none" cap="none" strike="noStrike">
                <a:solidFill>
                  <a:srgbClr val="8F989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
        <p:nvSpPr>
          <p:cNvPr id="24" name="Google Shape;24;p3"/>
          <p:cNvSpPr txBox="1"/>
          <p:nvPr>
            <p:ph type="ctrTitle"/>
          </p:nvPr>
        </p:nvSpPr>
        <p:spPr>
          <a:xfrm>
            <a:off x="953999" y="2579715"/>
            <a:ext cx="10031157" cy="2160000"/>
          </a:xfrm>
          <a:prstGeom prst="rect">
            <a:avLst/>
          </a:prstGeom>
          <a:noFill/>
          <a:ln>
            <a:noFill/>
          </a:ln>
        </p:spPr>
        <p:txBody>
          <a:bodyPr anchorCtr="0" anchor="t" bIns="0" lIns="0" spcFirstLastPara="1" rIns="0" wrap="square" tIns="0">
            <a:normAutofit/>
          </a:bodyPr>
          <a:lstStyle>
            <a:lvl1pPr lvl="0" algn="l">
              <a:lnSpc>
                <a:spcPct val="106666"/>
              </a:lnSpc>
              <a:spcBef>
                <a:spcPts val="0"/>
              </a:spcBef>
              <a:spcAft>
                <a:spcPts val="0"/>
              </a:spcAft>
              <a:buClr>
                <a:schemeClr val="dk1"/>
              </a:buClr>
              <a:buSzPts val="7500"/>
              <a:buFont typeface="Arial"/>
              <a:buNone/>
              <a:defRPr b="1" sz="75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3"/>
          <p:cNvSpPr/>
          <p:nvPr/>
        </p:nvSpPr>
        <p:spPr>
          <a:xfrm>
            <a:off x="0" y="0"/>
            <a:ext cx="12192000" cy="1404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accent1"/>
              </a:solidFill>
              <a:latin typeface="Arial"/>
              <a:ea typeface="Arial"/>
              <a:cs typeface="Arial"/>
              <a:sym typeface="Arial"/>
            </a:endParaRPr>
          </a:p>
        </p:txBody>
      </p:sp>
      <p:pic>
        <p:nvPicPr>
          <p:cNvPr id="26" name="Google Shape;26;p3"/>
          <p:cNvPicPr preferRelativeResize="0"/>
          <p:nvPr/>
        </p:nvPicPr>
        <p:blipFill rotWithShape="1">
          <a:blip r:embed="rId2">
            <a:alphaModFix/>
          </a:blip>
          <a:srcRect b="0" l="0" r="0" t="0"/>
          <a:stretch/>
        </p:blipFill>
        <p:spPr>
          <a:xfrm>
            <a:off x="953998" y="5517266"/>
            <a:ext cx="2244881" cy="396903"/>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Cover">
    <p:bg>
      <p:bgPr>
        <a:blipFill>
          <a:blip r:embed="rId2">
            <a:alphaModFix/>
          </a:blip>
          <a:stretch>
            <a:fillRect/>
          </a:stretch>
        </a:blipFill>
      </p:bgPr>
    </p:bg>
    <p:spTree>
      <p:nvGrpSpPr>
        <p:cNvPr id="27" name="Shape 27"/>
        <p:cNvGrpSpPr/>
        <p:nvPr/>
      </p:nvGrpSpPr>
      <p:grpSpPr>
        <a:xfrm>
          <a:off x="0" y="0"/>
          <a:ext cx="0" cy="0"/>
          <a:chOff x="0" y="0"/>
          <a:chExt cx="0" cy="0"/>
        </a:xfrm>
      </p:grpSpPr>
      <p:pic>
        <p:nvPicPr>
          <p:cNvPr descr="University of Hertfordshire logo" id="28" name="Google Shape;28;p4"/>
          <p:cNvPicPr preferRelativeResize="0"/>
          <p:nvPr/>
        </p:nvPicPr>
        <p:blipFill rotWithShape="1">
          <a:blip r:embed="rId3">
            <a:alphaModFix/>
          </a:blip>
          <a:srcRect b="0" l="0" r="0" t="0"/>
          <a:stretch/>
        </p:blipFill>
        <p:spPr>
          <a:xfrm>
            <a:off x="2844000" y="2854800"/>
            <a:ext cx="6501600" cy="1153633"/>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ntent" type="twoObj">
  <p:cSld name="TWO_OBJECTS">
    <p:bg>
      <p:bgPr>
        <a:solidFill>
          <a:schemeClr val="lt1"/>
        </a:solidFill>
      </p:bgPr>
    </p:bg>
    <p:spTree>
      <p:nvGrpSpPr>
        <p:cNvPr id="29" name="Shape 29"/>
        <p:cNvGrpSpPr/>
        <p:nvPr/>
      </p:nvGrpSpPr>
      <p:grpSpPr>
        <a:xfrm>
          <a:off x="0" y="0"/>
          <a:ext cx="0" cy="0"/>
          <a:chOff x="0" y="0"/>
          <a:chExt cx="0" cy="0"/>
        </a:xfrm>
      </p:grpSpPr>
      <p:sp>
        <p:nvSpPr>
          <p:cNvPr id="30" name="Google Shape;30;p5"/>
          <p:cNvSpPr txBox="1"/>
          <p:nvPr>
            <p:ph type="title"/>
          </p:nvPr>
        </p:nvSpPr>
        <p:spPr>
          <a:xfrm>
            <a:off x="954000" y="1890000"/>
            <a:ext cx="10279150" cy="365125"/>
          </a:xfrm>
          <a:prstGeom prst="rect">
            <a:avLst/>
          </a:prstGeom>
          <a:noFill/>
          <a:ln>
            <a:noFill/>
          </a:ln>
        </p:spPr>
        <p:txBody>
          <a:bodyPr anchorCtr="0" anchor="t" bIns="0" lIns="0" spcFirstLastPara="1" rIns="0" wrap="square" tIns="0">
            <a:noAutofit/>
          </a:bodyPr>
          <a:lstStyle>
            <a:lvl1pPr lvl="0" algn="l">
              <a:lnSpc>
                <a:spcPct val="200000"/>
              </a:lnSpc>
              <a:spcBef>
                <a:spcPts val="0"/>
              </a:spcBef>
              <a:spcAft>
                <a:spcPts val="0"/>
              </a:spcAft>
              <a:buClr>
                <a:srgbClr val="20323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5"/>
          <p:cNvSpPr txBox="1"/>
          <p:nvPr>
            <p:ph idx="1" type="body"/>
          </p:nvPr>
        </p:nvSpPr>
        <p:spPr>
          <a:xfrm>
            <a:off x="973668" y="2717444"/>
            <a:ext cx="4903200" cy="3175200"/>
          </a:xfrm>
          <a:prstGeom prst="rect">
            <a:avLst/>
          </a:prstGeom>
          <a:noFill/>
          <a:ln>
            <a:noFill/>
          </a:ln>
        </p:spPr>
        <p:txBody>
          <a:bodyPr anchorCtr="0" anchor="t" bIns="0" lIns="0" spcFirstLastPara="1" rIns="0" wrap="square" tIns="0">
            <a:noAutofit/>
          </a:bodyPr>
          <a:lstStyle>
            <a:lvl1pPr indent="-228600" lvl="0" marL="457200" algn="l">
              <a:lnSpc>
                <a:spcPct val="120000"/>
              </a:lnSpc>
              <a:spcBef>
                <a:spcPts val="0"/>
              </a:spcBef>
              <a:spcAft>
                <a:spcPts val="0"/>
              </a:spcAft>
              <a:buClr>
                <a:srgbClr val="203232"/>
              </a:buClr>
              <a:buSzPts val="2400"/>
              <a:buNone/>
              <a:defRPr b="0">
                <a:solidFill>
                  <a:srgbClr val="203232"/>
                </a:solidFill>
              </a:defRPr>
            </a:lvl1pPr>
            <a:lvl2pPr indent="-228600" lvl="1" marL="914400" algn="l">
              <a:lnSpc>
                <a:spcPct val="120000"/>
              </a:lnSpc>
              <a:spcBef>
                <a:spcPts val="992"/>
              </a:spcBef>
              <a:spcAft>
                <a:spcPts val="0"/>
              </a:spcAft>
              <a:buClr>
                <a:srgbClr val="203232"/>
              </a:buClr>
              <a:buSzPts val="2400"/>
              <a:buNone/>
              <a:defRPr/>
            </a:lvl2pPr>
            <a:lvl3pPr indent="-381000" lvl="2" marL="1371600" algn="l">
              <a:lnSpc>
                <a:spcPct val="120000"/>
              </a:lnSpc>
              <a:spcBef>
                <a:spcPts val="992"/>
              </a:spcBef>
              <a:spcAft>
                <a:spcPts val="0"/>
              </a:spcAft>
              <a:buClr>
                <a:srgbClr val="203232"/>
              </a:buClr>
              <a:buSzPts val="2400"/>
              <a:buChar char="■"/>
              <a:defRPr/>
            </a:lvl3pPr>
            <a:lvl4pPr indent="-228600" lvl="3" marL="1828800" algn="l">
              <a:lnSpc>
                <a:spcPct val="120000"/>
              </a:lnSpc>
              <a:spcBef>
                <a:spcPts val="992"/>
              </a:spcBef>
              <a:spcAft>
                <a:spcPts val="0"/>
              </a:spcAft>
              <a:buClr>
                <a:srgbClr val="203232"/>
              </a:buClr>
              <a:buSzPts val="1800"/>
              <a:buNone/>
              <a:defRPr/>
            </a:lvl4pPr>
            <a:lvl5pPr indent="-228600" lvl="4" marL="2286000" algn="l">
              <a:lnSpc>
                <a:spcPct val="120000"/>
              </a:lnSpc>
              <a:spcBef>
                <a:spcPts val="0"/>
              </a:spcBef>
              <a:spcAft>
                <a:spcPts val="0"/>
              </a:spcAft>
              <a:buClr>
                <a:schemeClr val="accent4"/>
              </a:buClr>
              <a:buSzPts val="1800"/>
              <a:buNone/>
              <a:defRPr>
                <a:solidFill>
                  <a:schemeClr val="accent4"/>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5"/>
          <p:cNvSpPr txBox="1"/>
          <p:nvPr>
            <p:ph idx="2" type="body"/>
          </p:nvPr>
        </p:nvSpPr>
        <p:spPr>
          <a:xfrm>
            <a:off x="6336000" y="2717444"/>
            <a:ext cx="4456800" cy="3175200"/>
          </a:xfrm>
          <a:prstGeom prst="rect">
            <a:avLst/>
          </a:prstGeom>
          <a:noFill/>
          <a:ln>
            <a:noFill/>
          </a:ln>
        </p:spPr>
        <p:txBody>
          <a:bodyPr anchorCtr="0" anchor="t" bIns="0" lIns="0" spcFirstLastPara="1" rIns="0" wrap="square" tIns="0">
            <a:noAutofit/>
          </a:bodyPr>
          <a:lstStyle>
            <a:lvl1pPr indent="-228600" lvl="0" marL="457200" marR="0" algn="l">
              <a:lnSpc>
                <a:spcPct val="120000"/>
              </a:lnSpc>
              <a:spcBef>
                <a:spcPts val="0"/>
              </a:spcBef>
              <a:spcAft>
                <a:spcPts val="0"/>
              </a:spcAft>
              <a:buClr>
                <a:srgbClr val="203232"/>
              </a:buClr>
              <a:buSzPts val="2400"/>
              <a:buFont typeface="Arial"/>
              <a:buNone/>
              <a:defRPr b="0">
                <a:solidFill>
                  <a:srgbClr val="203232"/>
                </a:solidFill>
              </a:defRPr>
            </a:lvl1pPr>
            <a:lvl2pPr indent="-228600" lvl="1" marL="914400" algn="l">
              <a:lnSpc>
                <a:spcPct val="120000"/>
              </a:lnSpc>
              <a:spcBef>
                <a:spcPts val="992"/>
              </a:spcBef>
              <a:spcAft>
                <a:spcPts val="0"/>
              </a:spcAft>
              <a:buClr>
                <a:srgbClr val="203232"/>
              </a:buClr>
              <a:buSzPts val="2400"/>
              <a:buNone/>
              <a:defRPr/>
            </a:lvl2pPr>
            <a:lvl3pPr indent="-381000" lvl="2" marL="1371600" algn="l">
              <a:lnSpc>
                <a:spcPct val="120000"/>
              </a:lnSpc>
              <a:spcBef>
                <a:spcPts val="992"/>
              </a:spcBef>
              <a:spcAft>
                <a:spcPts val="0"/>
              </a:spcAft>
              <a:buClr>
                <a:srgbClr val="203232"/>
              </a:buClr>
              <a:buSzPts val="2400"/>
              <a:buChar char="■"/>
              <a:defRPr/>
            </a:lvl3pPr>
            <a:lvl4pPr indent="-228600" lvl="3" marL="1828800" algn="l">
              <a:lnSpc>
                <a:spcPct val="120000"/>
              </a:lnSpc>
              <a:spcBef>
                <a:spcPts val="992"/>
              </a:spcBef>
              <a:spcAft>
                <a:spcPts val="0"/>
              </a:spcAft>
              <a:buClr>
                <a:srgbClr val="203232"/>
              </a:buClr>
              <a:buSzPts val="1800"/>
              <a:buNone/>
              <a:defRPr/>
            </a:lvl4pPr>
            <a:lvl5pPr indent="-228600" lvl="4" marL="2286000" algn="l">
              <a:lnSpc>
                <a:spcPct val="120000"/>
              </a:lnSpc>
              <a:spcBef>
                <a:spcPts val="0"/>
              </a:spcBef>
              <a:spcAft>
                <a:spcPts val="0"/>
              </a:spcAft>
              <a:buClr>
                <a:schemeClr val="accent4"/>
              </a:buClr>
              <a:buSzPts val="1800"/>
              <a:buNone/>
              <a:defRPr>
                <a:solidFill>
                  <a:schemeClr val="accent4"/>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5"/>
          <p:cNvSpPr txBox="1"/>
          <p:nvPr>
            <p:ph idx="11" type="ftr"/>
          </p:nvPr>
        </p:nvSpPr>
        <p:spPr>
          <a:xfrm>
            <a:off x="970139" y="775255"/>
            <a:ext cx="7176911" cy="230832"/>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
          <p:cNvSpPr txBox="1"/>
          <p:nvPr>
            <p:ph idx="12" type="sldNum"/>
          </p:nvPr>
        </p:nvSpPr>
        <p:spPr>
          <a:xfrm>
            <a:off x="9821333" y="783355"/>
            <a:ext cx="1400528" cy="230832"/>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
        <p:nvSpPr>
          <p:cNvPr id="35" name="Google Shape;35;p5"/>
          <p:cNvSpPr/>
          <p:nvPr/>
        </p:nvSpPr>
        <p:spPr>
          <a:xfrm>
            <a:off x="0" y="0"/>
            <a:ext cx="12192000" cy="1404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1"/>
              </a:solidFill>
              <a:latin typeface="Arial"/>
              <a:ea typeface="Arial"/>
              <a:cs typeface="Arial"/>
              <a:sym typeface="Arial"/>
            </a:endParaRPr>
          </a:p>
        </p:txBody>
      </p:sp>
    </p:spTree>
  </p:cSld>
  <p:clrMapOvr>
    <a:masterClrMapping/>
  </p:clrMapOvr>
  <p:extLst>
    <p:ext uri="{DCECCB84-F9BA-43D5-87BE-67443E8EF086}">
      <p15:sldGuideLst>
        <p15:guide id="1" pos="6805">
          <p15:clr>
            <a:srgbClr val="FBAE40"/>
          </p15:clr>
        </p15:guide>
        <p15:guide id="2" pos="3989">
          <p15:clr>
            <a:srgbClr val="FBAE40"/>
          </p15:clr>
        </p15:guide>
        <p15:guide id="3" pos="3705">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bg>
      <p:bgPr>
        <a:solidFill>
          <a:schemeClr val="lt1"/>
        </a:solidFill>
      </p:bgPr>
    </p:bg>
    <p:spTree>
      <p:nvGrpSpPr>
        <p:cNvPr id="36" name="Shape 36"/>
        <p:cNvGrpSpPr/>
        <p:nvPr/>
      </p:nvGrpSpPr>
      <p:grpSpPr>
        <a:xfrm>
          <a:off x="0" y="0"/>
          <a:ext cx="0" cy="0"/>
          <a:chOff x="0" y="0"/>
          <a:chExt cx="0" cy="0"/>
        </a:xfrm>
      </p:grpSpPr>
      <p:sp>
        <p:nvSpPr>
          <p:cNvPr id="37" name="Google Shape;37;p6"/>
          <p:cNvSpPr txBox="1"/>
          <p:nvPr>
            <p:ph type="title"/>
          </p:nvPr>
        </p:nvSpPr>
        <p:spPr>
          <a:xfrm>
            <a:off x="954000" y="1890000"/>
            <a:ext cx="10279150" cy="365125"/>
          </a:xfrm>
          <a:prstGeom prst="rect">
            <a:avLst/>
          </a:prstGeom>
          <a:noFill/>
          <a:ln>
            <a:noFill/>
          </a:ln>
        </p:spPr>
        <p:txBody>
          <a:bodyPr anchorCtr="0" anchor="t" bIns="0" lIns="0" spcFirstLastPara="1" rIns="0" wrap="square" tIns="0">
            <a:noAutofit/>
          </a:bodyPr>
          <a:lstStyle>
            <a:lvl1pPr lvl="0" algn="l">
              <a:lnSpc>
                <a:spcPct val="200000"/>
              </a:lnSpc>
              <a:spcBef>
                <a:spcPts val="0"/>
              </a:spcBef>
              <a:spcAft>
                <a:spcPts val="0"/>
              </a:spcAft>
              <a:buClr>
                <a:srgbClr val="20323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6"/>
          <p:cNvSpPr txBox="1"/>
          <p:nvPr>
            <p:ph idx="1" type="body"/>
          </p:nvPr>
        </p:nvSpPr>
        <p:spPr>
          <a:xfrm>
            <a:off x="970139" y="2717600"/>
            <a:ext cx="10251722" cy="3175200"/>
          </a:xfrm>
          <a:prstGeom prst="rect">
            <a:avLst/>
          </a:prstGeom>
          <a:noFill/>
          <a:ln>
            <a:noFill/>
          </a:ln>
        </p:spPr>
        <p:txBody>
          <a:bodyPr anchorCtr="0" anchor="t" bIns="0" lIns="0" spcFirstLastPara="1" rIns="0" wrap="square" tIns="0">
            <a:noAutofit/>
          </a:bodyPr>
          <a:lstStyle>
            <a:lvl1pPr indent="-228600" lvl="0" marL="457200" algn="l">
              <a:lnSpc>
                <a:spcPct val="120000"/>
              </a:lnSpc>
              <a:spcBef>
                <a:spcPts val="0"/>
              </a:spcBef>
              <a:spcAft>
                <a:spcPts val="0"/>
              </a:spcAft>
              <a:buClr>
                <a:srgbClr val="203232"/>
              </a:buClr>
              <a:buSzPts val="2400"/>
              <a:buNone/>
              <a:defRPr b="0">
                <a:solidFill>
                  <a:srgbClr val="203232"/>
                </a:solidFill>
              </a:defRPr>
            </a:lvl1pPr>
            <a:lvl2pPr indent="-228600" lvl="1" marL="914400" algn="l">
              <a:lnSpc>
                <a:spcPct val="120000"/>
              </a:lnSpc>
              <a:spcBef>
                <a:spcPts val="992"/>
              </a:spcBef>
              <a:spcAft>
                <a:spcPts val="0"/>
              </a:spcAft>
              <a:buClr>
                <a:srgbClr val="203232"/>
              </a:buClr>
              <a:buSzPts val="2400"/>
              <a:buNone/>
              <a:defRPr/>
            </a:lvl2pPr>
            <a:lvl3pPr indent="-381000" lvl="2" marL="1371600" algn="l">
              <a:lnSpc>
                <a:spcPct val="120000"/>
              </a:lnSpc>
              <a:spcBef>
                <a:spcPts val="992"/>
              </a:spcBef>
              <a:spcAft>
                <a:spcPts val="0"/>
              </a:spcAft>
              <a:buClr>
                <a:srgbClr val="203232"/>
              </a:buClr>
              <a:buSzPts val="2400"/>
              <a:buChar char="■"/>
              <a:defRPr/>
            </a:lvl3pPr>
            <a:lvl4pPr indent="-228600" lvl="3" marL="1828800" algn="l">
              <a:lnSpc>
                <a:spcPct val="120000"/>
              </a:lnSpc>
              <a:spcBef>
                <a:spcPts val="992"/>
              </a:spcBef>
              <a:spcAft>
                <a:spcPts val="0"/>
              </a:spcAft>
              <a:buClr>
                <a:srgbClr val="203232"/>
              </a:buClr>
              <a:buSzPts val="1800"/>
              <a:buNone/>
              <a:defRPr/>
            </a:lvl4pPr>
            <a:lvl5pPr indent="-228600" lvl="4" marL="2286000" algn="l">
              <a:lnSpc>
                <a:spcPct val="120000"/>
              </a:lnSpc>
              <a:spcBef>
                <a:spcPts val="0"/>
              </a:spcBef>
              <a:spcAft>
                <a:spcPts val="0"/>
              </a:spcAft>
              <a:buClr>
                <a:schemeClr val="accent4"/>
              </a:buClr>
              <a:buSzPts val="1800"/>
              <a:buNone/>
              <a:defRPr>
                <a:solidFill>
                  <a:schemeClr val="accent4"/>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 name="Google Shape;39;p6"/>
          <p:cNvSpPr txBox="1"/>
          <p:nvPr>
            <p:ph idx="11" type="ftr"/>
          </p:nvPr>
        </p:nvSpPr>
        <p:spPr>
          <a:xfrm>
            <a:off x="970139" y="775255"/>
            <a:ext cx="7176911" cy="230832"/>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6"/>
          <p:cNvSpPr txBox="1"/>
          <p:nvPr>
            <p:ph idx="12" type="sldNum"/>
          </p:nvPr>
        </p:nvSpPr>
        <p:spPr>
          <a:xfrm>
            <a:off x="9821333" y="783355"/>
            <a:ext cx="1400528" cy="230832"/>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
        <p:nvSpPr>
          <p:cNvPr id="41" name="Google Shape;41;p6"/>
          <p:cNvSpPr/>
          <p:nvPr/>
        </p:nvSpPr>
        <p:spPr>
          <a:xfrm>
            <a:off x="0" y="0"/>
            <a:ext cx="12192000" cy="1404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Large">
  <p:cSld name="Title and Content Large">
    <p:bg>
      <p:bgPr>
        <a:solidFill>
          <a:schemeClr val="lt1"/>
        </a:solidFill>
      </p:bgPr>
    </p:bg>
    <p:spTree>
      <p:nvGrpSpPr>
        <p:cNvPr id="42" name="Shape 42"/>
        <p:cNvGrpSpPr/>
        <p:nvPr/>
      </p:nvGrpSpPr>
      <p:grpSpPr>
        <a:xfrm>
          <a:off x="0" y="0"/>
          <a:ext cx="0" cy="0"/>
          <a:chOff x="0" y="0"/>
          <a:chExt cx="0" cy="0"/>
        </a:xfrm>
      </p:grpSpPr>
      <p:sp>
        <p:nvSpPr>
          <p:cNvPr id="43" name="Google Shape;43;p7"/>
          <p:cNvSpPr txBox="1"/>
          <p:nvPr>
            <p:ph type="title"/>
          </p:nvPr>
        </p:nvSpPr>
        <p:spPr>
          <a:xfrm>
            <a:off x="954000" y="775255"/>
            <a:ext cx="7361569" cy="365125"/>
          </a:xfrm>
          <a:prstGeom prst="rect">
            <a:avLst/>
          </a:prstGeom>
          <a:noFill/>
          <a:ln>
            <a:noFill/>
          </a:ln>
        </p:spPr>
        <p:txBody>
          <a:bodyPr anchorCtr="0" anchor="t" bIns="0" lIns="0" spcFirstLastPara="1" rIns="0" wrap="square" tIns="0">
            <a:noAutofit/>
          </a:bodyPr>
          <a:lstStyle>
            <a:lvl1pPr lvl="0" algn="l">
              <a:lnSpc>
                <a:spcPct val="200000"/>
              </a:lnSpc>
              <a:spcBef>
                <a:spcPts val="0"/>
              </a:spcBef>
              <a:spcAft>
                <a:spcPts val="0"/>
              </a:spcAft>
              <a:buClr>
                <a:srgbClr val="20323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7"/>
          <p:cNvSpPr txBox="1"/>
          <p:nvPr>
            <p:ph idx="1" type="body"/>
          </p:nvPr>
        </p:nvSpPr>
        <p:spPr>
          <a:xfrm>
            <a:off x="970139" y="1367692"/>
            <a:ext cx="10251722" cy="4923693"/>
          </a:xfrm>
          <a:prstGeom prst="rect">
            <a:avLst/>
          </a:prstGeom>
          <a:noFill/>
          <a:ln>
            <a:noFill/>
          </a:ln>
        </p:spPr>
        <p:txBody>
          <a:bodyPr anchorCtr="0" anchor="t" bIns="0" lIns="0" spcFirstLastPara="1" rIns="0" wrap="square" tIns="0">
            <a:noAutofit/>
          </a:bodyPr>
          <a:lstStyle>
            <a:lvl1pPr indent="-228600" lvl="0" marL="457200" algn="l">
              <a:lnSpc>
                <a:spcPct val="120000"/>
              </a:lnSpc>
              <a:spcBef>
                <a:spcPts val="0"/>
              </a:spcBef>
              <a:spcAft>
                <a:spcPts val="0"/>
              </a:spcAft>
              <a:buClr>
                <a:srgbClr val="203232"/>
              </a:buClr>
              <a:buSzPts val="2400"/>
              <a:buNone/>
              <a:defRPr b="0">
                <a:solidFill>
                  <a:srgbClr val="203232"/>
                </a:solidFill>
              </a:defRPr>
            </a:lvl1pPr>
            <a:lvl2pPr indent="-228600" lvl="1" marL="914400" algn="l">
              <a:lnSpc>
                <a:spcPct val="120000"/>
              </a:lnSpc>
              <a:spcBef>
                <a:spcPts val="992"/>
              </a:spcBef>
              <a:spcAft>
                <a:spcPts val="0"/>
              </a:spcAft>
              <a:buClr>
                <a:srgbClr val="203232"/>
              </a:buClr>
              <a:buSzPts val="2400"/>
              <a:buNone/>
              <a:defRPr/>
            </a:lvl2pPr>
            <a:lvl3pPr indent="-381000" lvl="2" marL="1371600" algn="l">
              <a:lnSpc>
                <a:spcPct val="120000"/>
              </a:lnSpc>
              <a:spcBef>
                <a:spcPts val="992"/>
              </a:spcBef>
              <a:spcAft>
                <a:spcPts val="0"/>
              </a:spcAft>
              <a:buClr>
                <a:srgbClr val="203232"/>
              </a:buClr>
              <a:buSzPts val="2400"/>
              <a:buChar char="■"/>
              <a:defRPr/>
            </a:lvl3pPr>
            <a:lvl4pPr indent="-228600" lvl="3" marL="1828800" algn="l">
              <a:lnSpc>
                <a:spcPct val="120000"/>
              </a:lnSpc>
              <a:spcBef>
                <a:spcPts val="992"/>
              </a:spcBef>
              <a:spcAft>
                <a:spcPts val="0"/>
              </a:spcAft>
              <a:buClr>
                <a:srgbClr val="203232"/>
              </a:buClr>
              <a:buSzPts val="1800"/>
              <a:buNone/>
              <a:defRPr/>
            </a:lvl4pPr>
            <a:lvl5pPr indent="-228600" lvl="4" marL="2286000" algn="l">
              <a:lnSpc>
                <a:spcPct val="120000"/>
              </a:lnSpc>
              <a:spcBef>
                <a:spcPts val="0"/>
              </a:spcBef>
              <a:spcAft>
                <a:spcPts val="0"/>
              </a:spcAft>
              <a:buClr>
                <a:schemeClr val="accent4"/>
              </a:buClr>
              <a:buSzPts val="1800"/>
              <a:buNone/>
              <a:defRPr>
                <a:solidFill>
                  <a:schemeClr val="accent4"/>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 name="Google Shape;45;p7"/>
          <p:cNvSpPr txBox="1"/>
          <p:nvPr>
            <p:ph idx="12" type="sldNum"/>
          </p:nvPr>
        </p:nvSpPr>
        <p:spPr>
          <a:xfrm>
            <a:off x="9821333" y="783355"/>
            <a:ext cx="1400528" cy="230832"/>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
        <p:nvSpPr>
          <p:cNvPr id="46" name="Google Shape;46;p7"/>
          <p:cNvSpPr/>
          <p:nvPr/>
        </p:nvSpPr>
        <p:spPr>
          <a:xfrm>
            <a:off x="0" y="0"/>
            <a:ext cx="12192000" cy="1404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Large blue">
  <p:cSld name="Title and Content Large blue">
    <p:bg>
      <p:bgPr>
        <a:solidFill>
          <a:schemeClr val="accent1"/>
        </a:solidFill>
      </p:bgPr>
    </p:bg>
    <p:spTree>
      <p:nvGrpSpPr>
        <p:cNvPr id="47" name="Shape 47"/>
        <p:cNvGrpSpPr/>
        <p:nvPr/>
      </p:nvGrpSpPr>
      <p:grpSpPr>
        <a:xfrm>
          <a:off x="0" y="0"/>
          <a:ext cx="0" cy="0"/>
          <a:chOff x="0" y="0"/>
          <a:chExt cx="0" cy="0"/>
        </a:xfrm>
      </p:grpSpPr>
      <p:sp>
        <p:nvSpPr>
          <p:cNvPr id="48" name="Google Shape;48;p8"/>
          <p:cNvSpPr txBox="1"/>
          <p:nvPr>
            <p:ph idx="12" type="sldNum"/>
          </p:nvPr>
        </p:nvSpPr>
        <p:spPr>
          <a:xfrm>
            <a:off x="9821333" y="783355"/>
            <a:ext cx="1400528" cy="230832"/>
          </a:xfrm>
          <a:prstGeom prst="rect">
            <a:avLst/>
          </a:prstGeom>
          <a:noFill/>
          <a:ln>
            <a:noFill/>
          </a:ln>
        </p:spPr>
        <p:txBody>
          <a:bodyPr anchorCtr="0" anchor="t" bIns="0" lIns="0" spcFirstLastPara="1" rIns="0" wrap="square" tIns="0">
            <a:spAutoFit/>
          </a:bodyPr>
          <a:lstStyle>
            <a:lvl1pPr indent="0" lvl="0" marL="0" algn="r">
              <a:spcBef>
                <a:spcPts val="0"/>
              </a:spcBef>
              <a:buNone/>
              <a:defRPr b="1" sz="1500">
                <a:solidFill>
                  <a:schemeClr val="lt1"/>
                </a:solidFill>
                <a:latin typeface="Arial"/>
                <a:ea typeface="Arial"/>
                <a:cs typeface="Arial"/>
                <a:sym typeface="Arial"/>
              </a:defRPr>
            </a:lvl1pPr>
            <a:lvl2pPr indent="0" lvl="1" marL="0" algn="r">
              <a:spcBef>
                <a:spcPts val="0"/>
              </a:spcBef>
              <a:buNone/>
              <a:defRPr b="1" sz="1500">
                <a:solidFill>
                  <a:schemeClr val="lt1"/>
                </a:solidFill>
                <a:latin typeface="Arial"/>
                <a:ea typeface="Arial"/>
                <a:cs typeface="Arial"/>
                <a:sym typeface="Arial"/>
              </a:defRPr>
            </a:lvl2pPr>
            <a:lvl3pPr indent="0" lvl="2" marL="0" algn="r">
              <a:spcBef>
                <a:spcPts val="0"/>
              </a:spcBef>
              <a:buNone/>
              <a:defRPr b="1" sz="1500">
                <a:solidFill>
                  <a:schemeClr val="lt1"/>
                </a:solidFill>
                <a:latin typeface="Arial"/>
                <a:ea typeface="Arial"/>
                <a:cs typeface="Arial"/>
                <a:sym typeface="Arial"/>
              </a:defRPr>
            </a:lvl3pPr>
            <a:lvl4pPr indent="0" lvl="3" marL="0" algn="r">
              <a:spcBef>
                <a:spcPts val="0"/>
              </a:spcBef>
              <a:buNone/>
              <a:defRPr b="1" sz="1500">
                <a:solidFill>
                  <a:schemeClr val="lt1"/>
                </a:solidFill>
                <a:latin typeface="Arial"/>
                <a:ea typeface="Arial"/>
                <a:cs typeface="Arial"/>
                <a:sym typeface="Arial"/>
              </a:defRPr>
            </a:lvl4pPr>
            <a:lvl5pPr indent="0" lvl="4" marL="0" algn="r">
              <a:spcBef>
                <a:spcPts val="0"/>
              </a:spcBef>
              <a:buNone/>
              <a:defRPr b="1" sz="1500">
                <a:solidFill>
                  <a:schemeClr val="lt1"/>
                </a:solidFill>
                <a:latin typeface="Arial"/>
                <a:ea typeface="Arial"/>
                <a:cs typeface="Arial"/>
                <a:sym typeface="Arial"/>
              </a:defRPr>
            </a:lvl5pPr>
            <a:lvl6pPr indent="0" lvl="5" marL="0" algn="r">
              <a:spcBef>
                <a:spcPts val="0"/>
              </a:spcBef>
              <a:buNone/>
              <a:defRPr b="1" sz="1500">
                <a:solidFill>
                  <a:schemeClr val="lt1"/>
                </a:solidFill>
                <a:latin typeface="Arial"/>
                <a:ea typeface="Arial"/>
                <a:cs typeface="Arial"/>
                <a:sym typeface="Arial"/>
              </a:defRPr>
            </a:lvl6pPr>
            <a:lvl7pPr indent="0" lvl="6" marL="0" algn="r">
              <a:spcBef>
                <a:spcPts val="0"/>
              </a:spcBef>
              <a:buNone/>
              <a:defRPr b="1" sz="1500">
                <a:solidFill>
                  <a:schemeClr val="lt1"/>
                </a:solidFill>
                <a:latin typeface="Arial"/>
                <a:ea typeface="Arial"/>
                <a:cs typeface="Arial"/>
                <a:sym typeface="Arial"/>
              </a:defRPr>
            </a:lvl7pPr>
            <a:lvl8pPr indent="0" lvl="7" marL="0" algn="r">
              <a:spcBef>
                <a:spcPts val="0"/>
              </a:spcBef>
              <a:buNone/>
              <a:defRPr b="1" sz="1500">
                <a:solidFill>
                  <a:schemeClr val="lt1"/>
                </a:solidFill>
                <a:latin typeface="Arial"/>
                <a:ea typeface="Arial"/>
                <a:cs typeface="Arial"/>
                <a:sym typeface="Arial"/>
              </a:defRPr>
            </a:lvl8pPr>
            <a:lvl9pPr indent="0" lvl="8" marL="0" algn="r">
              <a:spcBef>
                <a:spcPts val="0"/>
              </a:spcBef>
              <a:buNone/>
              <a:defRPr b="1" sz="15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
        <p:nvSpPr>
          <p:cNvPr id="49" name="Google Shape;49;p8"/>
          <p:cNvSpPr txBox="1"/>
          <p:nvPr>
            <p:ph idx="1" type="body"/>
          </p:nvPr>
        </p:nvSpPr>
        <p:spPr>
          <a:xfrm>
            <a:off x="970139" y="1367692"/>
            <a:ext cx="10251722" cy="4923693"/>
          </a:xfrm>
          <a:prstGeom prst="rect">
            <a:avLst/>
          </a:prstGeom>
          <a:noFill/>
          <a:ln>
            <a:noFill/>
          </a:ln>
        </p:spPr>
        <p:txBody>
          <a:bodyPr anchorCtr="0" anchor="t" bIns="0" lIns="0" spcFirstLastPara="1" rIns="0" wrap="square" tIns="0">
            <a:noAutofit/>
          </a:bodyPr>
          <a:lstStyle>
            <a:lvl1pPr indent="-228600" lvl="0" marL="457200" algn="l">
              <a:lnSpc>
                <a:spcPct val="120000"/>
              </a:lnSpc>
              <a:spcBef>
                <a:spcPts val="0"/>
              </a:spcBef>
              <a:spcAft>
                <a:spcPts val="0"/>
              </a:spcAft>
              <a:buClr>
                <a:schemeClr val="lt1"/>
              </a:buClr>
              <a:buSzPts val="2400"/>
              <a:buNone/>
              <a:defRPr b="0">
                <a:solidFill>
                  <a:schemeClr val="lt1"/>
                </a:solidFill>
              </a:defRPr>
            </a:lvl1pPr>
            <a:lvl2pPr indent="-228600" lvl="1" marL="914400" algn="l">
              <a:lnSpc>
                <a:spcPct val="120000"/>
              </a:lnSpc>
              <a:spcBef>
                <a:spcPts val="992"/>
              </a:spcBef>
              <a:spcAft>
                <a:spcPts val="0"/>
              </a:spcAft>
              <a:buClr>
                <a:schemeClr val="lt1"/>
              </a:buClr>
              <a:buSzPts val="2400"/>
              <a:buNone/>
              <a:defRPr>
                <a:solidFill>
                  <a:schemeClr val="lt1"/>
                </a:solidFill>
              </a:defRPr>
            </a:lvl2pPr>
            <a:lvl3pPr indent="-381000" lvl="2" marL="1371600" algn="l">
              <a:lnSpc>
                <a:spcPct val="120000"/>
              </a:lnSpc>
              <a:spcBef>
                <a:spcPts val="992"/>
              </a:spcBef>
              <a:spcAft>
                <a:spcPts val="0"/>
              </a:spcAft>
              <a:buClr>
                <a:schemeClr val="lt1"/>
              </a:buClr>
              <a:buSzPts val="2400"/>
              <a:buChar char="■"/>
              <a:defRPr>
                <a:solidFill>
                  <a:schemeClr val="lt1"/>
                </a:solidFill>
              </a:defRPr>
            </a:lvl3pPr>
            <a:lvl4pPr indent="-228600" lvl="3" marL="1828800" algn="l">
              <a:lnSpc>
                <a:spcPct val="120000"/>
              </a:lnSpc>
              <a:spcBef>
                <a:spcPts val="992"/>
              </a:spcBef>
              <a:spcAft>
                <a:spcPts val="0"/>
              </a:spcAft>
              <a:buClr>
                <a:schemeClr val="lt1"/>
              </a:buClr>
              <a:buSzPts val="1800"/>
              <a:buNone/>
              <a:defRPr>
                <a:solidFill>
                  <a:schemeClr val="lt1"/>
                </a:solidFill>
              </a:defRPr>
            </a:lvl4pPr>
            <a:lvl5pPr indent="-228600" lvl="4" marL="2286000" algn="l">
              <a:lnSpc>
                <a:spcPct val="120000"/>
              </a:lnSpc>
              <a:spcBef>
                <a:spcPts val="0"/>
              </a:spcBef>
              <a:spcAft>
                <a:spcPts val="0"/>
              </a:spcAft>
              <a:buClr>
                <a:schemeClr val="lt1"/>
              </a:buClr>
              <a:buSzPts val="1800"/>
              <a:buNone/>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8"/>
          <p:cNvSpPr txBox="1"/>
          <p:nvPr>
            <p:ph type="title"/>
          </p:nvPr>
        </p:nvSpPr>
        <p:spPr>
          <a:xfrm>
            <a:off x="954000" y="775255"/>
            <a:ext cx="7361569" cy="365125"/>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3600"/>
              <a:buFont typeface="Arial"/>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Image + Content">
  <p:cSld name="Title + Image + Content">
    <p:bg>
      <p:bgPr>
        <a:solidFill>
          <a:schemeClr val="lt1"/>
        </a:solidFill>
      </p:bgPr>
    </p:bg>
    <p:spTree>
      <p:nvGrpSpPr>
        <p:cNvPr id="51" name="Shape 51"/>
        <p:cNvGrpSpPr/>
        <p:nvPr/>
      </p:nvGrpSpPr>
      <p:grpSpPr>
        <a:xfrm>
          <a:off x="0" y="0"/>
          <a:ext cx="0" cy="0"/>
          <a:chOff x="0" y="0"/>
          <a:chExt cx="0" cy="0"/>
        </a:xfrm>
      </p:grpSpPr>
      <p:sp>
        <p:nvSpPr>
          <p:cNvPr id="52" name="Google Shape;52;p9"/>
          <p:cNvSpPr txBox="1"/>
          <p:nvPr>
            <p:ph type="title"/>
          </p:nvPr>
        </p:nvSpPr>
        <p:spPr>
          <a:xfrm>
            <a:off x="954000" y="1890000"/>
            <a:ext cx="10279150" cy="365125"/>
          </a:xfrm>
          <a:prstGeom prst="rect">
            <a:avLst/>
          </a:prstGeom>
          <a:noFill/>
          <a:ln>
            <a:noFill/>
          </a:ln>
        </p:spPr>
        <p:txBody>
          <a:bodyPr anchorCtr="0" anchor="t" bIns="0" lIns="0" spcFirstLastPara="1" rIns="0" wrap="square" tIns="0">
            <a:noAutofit/>
          </a:bodyPr>
          <a:lstStyle>
            <a:lvl1pPr lvl="0" algn="l">
              <a:lnSpc>
                <a:spcPct val="200000"/>
              </a:lnSpc>
              <a:spcBef>
                <a:spcPts val="0"/>
              </a:spcBef>
              <a:spcAft>
                <a:spcPts val="0"/>
              </a:spcAft>
              <a:buClr>
                <a:srgbClr val="20323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9"/>
          <p:cNvSpPr txBox="1"/>
          <p:nvPr>
            <p:ph idx="1" type="body"/>
          </p:nvPr>
        </p:nvSpPr>
        <p:spPr>
          <a:xfrm>
            <a:off x="7835952" y="2728800"/>
            <a:ext cx="2959200" cy="3164000"/>
          </a:xfrm>
          <a:prstGeom prst="rect">
            <a:avLst/>
          </a:prstGeom>
          <a:noFill/>
          <a:ln>
            <a:noFill/>
          </a:ln>
        </p:spPr>
        <p:txBody>
          <a:bodyPr anchorCtr="0" anchor="t" bIns="0" lIns="0" spcFirstLastPara="1" rIns="0" wrap="square" tIns="0">
            <a:noAutofit/>
          </a:bodyPr>
          <a:lstStyle>
            <a:lvl1pPr indent="-228600" lvl="0" marL="457200" algn="l">
              <a:lnSpc>
                <a:spcPct val="120000"/>
              </a:lnSpc>
              <a:spcBef>
                <a:spcPts val="0"/>
              </a:spcBef>
              <a:spcAft>
                <a:spcPts val="0"/>
              </a:spcAft>
              <a:buClr>
                <a:srgbClr val="203232"/>
              </a:buClr>
              <a:buSzPts val="2400"/>
              <a:buNone/>
              <a:defRPr b="0">
                <a:solidFill>
                  <a:srgbClr val="203232"/>
                </a:solidFill>
              </a:defRPr>
            </a:lvl1pPr>
            <a:lvl2pPr indent="-228600" lvl="1" marL="914400" algn="l">
              <a:lnSpc>
                <a:spcPct val="120000"/>
              </a:lnSpc>
              <a:spcBef>
                <a:spcPts val="992"/>
              </a:spcBef>
              <a:spcAft>
                <a:spcPts val="0"/>
              </a:spcAft>
              <a:buClr>
                <a:srgbClr val="203232"/>
              </a:buClr>
              <a:buSzPts val="2400"/>
              <a:buNone/>
              <a:defRPr/>
            </a:lvl2pPr>
            <a:lvl3pPr indent="-381000" lvl="2" marL="1371600" algn="l">
              <a:lnSpc>
                <a:spcPct val="120000"/>
              </a:lnSpc>
              <a:spcBef>
                <a:spcPts val="992"/>
              </a:spcBef>
              <a:spcAft>
                <a:spcPts val="0"/>
              </a:spcAft>
              <a:buClr>
                <a:srgbClr val="203232"/>
              </a:buClr>
              <a:buSzPts val="2400"/>
              <a:buChar char="■"/>
              <a:defRPr/>
            </a:lvl3pPr>
            <a:lvl4pPr indent="-228600" lvl="3" marL="1828800" algn="l">
              <a:lnSpc>
                <a:spcPct val="120000"/>
              </a:lnSpc>
              <a:spcBef>
                <a:spcPts val="992"/>
              </a:spcBef>
              <a:spcAft>
                <a:spcPts val="0"/>
              </a:spcAft>
              <a:buClr>
                <a:srgbClr val="203232"/>
              </a:buClr>
              <a:buSzPts val="1800"/>
              <a:buNone/>
              <a:defRPr/>
            </a:lvl4pPr>
            <a:lvl5pPr indent="-228600" lvl="4" marL="2286000" algn="l">
              <a:lnSpc>
                <a:spcPct val="120000"/>
              </a:lnSpc>
              <a:spcBef>
                <a:spcPts val="0"/>
              </a:spcBef>
              <a:spcAft>
                <a:spcPts val="0"/>
              </a:spcAft>
              <a:buClr>
                <a:schemeClr val="accent4"/>
              </a:buClr>
              <a:buSzPts val="1800"/>
              <a:buNone/>
              <a:defRPr>
                <a:solidFill>
                  <a:schemeClr val="accent4"/>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9"/>
          <p:cNvSpPr txBox="1"/>
          <p:nvPr>
            <p:ph idx="11" type="ftr"/>
          </p:nvPr>
        </p:nvSpPr>
        <p:spPr>
          <a:xfrm>
            <a:off x="970139" y="775255"/>
            <a:ext cx="7176911" cy="230832"/>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9"/>
          <p:cNvSpPr txBox="1"/>
          <p:nvPr>
            <p:ph idx="12" type="sldNum"/>
          </p:nvPr>
        </p:nvSpPr>
        <p:spPr>
          <a:xfrm>
            <a:off x="9821333" y="783355"/>
            <a:ext cx="1400528" cy="230832"/>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
        <p:nvSpPr>
          <p:cNvPr id="56" name="Google Shape;56;p9"/>
          <p:cNvSpPr/>
          <p:nvPr>
            <p:ph idx="2" type="pic"/>
          </p:nvPr>
        </p:nvSpPr>
        <p:spPr>
          <a:xfrm>
            <a:off x="954088" y="2728913"/>
            <a:ext cx="6400800" cy="4129087"/>
          </a:xfrm>
          <a:prstGeom prst="rect">
            <a:avLst/>
          </a:prstGeom>
          <a:noFill/>
          <a:ln>
            <a:noFill/>
          </a:ln>
        </p:spPr>
      </p:sp>
      <p:sp>
        <p:nvSpPr>
          <p:cNvPr id="57" name="Google Shape;57;p9"/>
          <p:cNvSpPr/>
          <p:nvPr/>
        </p:nvSpPr>
        <p:spPr>
          <a:xfrm>
            <a:off x="0" y="0"/>
            <a:ext cx="12192000" cy="1404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Content + 2 Images">
  <p:cSld name="Title + Content + 2 Images">
    <p:bg>
      <p:bgPr>
        <a:solidFill>
          <a:schemeClr val="lt1"/>
        </a:solidFill>
      </p:bgPr>
    </p:bg>
    <p:spTree>
      <p:nvGrpSpPr>
        <p:cNvPr id="58" name="Shape 58"/>
        <p:cNvGrpSpPr/>
        <p:nvPr/>
      </p:nvGrpSpPr>
      <p:grpSpPr>
        <a:xfrm>
          <a:off x="0" y="0"/>
          <a:ext cx="0" cy="0"/>
          <a:chOff x="0" y="0"/>
          <a:chExt cx="0" cy="0"/>
        </a:xfrm>
      </p:grpSpPr>
      <p:sp>
        <p:nvSpPr>
          <p:cNvPr id="59" name="Google Shape;59;p10"/>
          <p:cNvSpPr txBox="1"/>
          <p:nvPr>
            <p:ph type="title"/>
          </p:nvPr>
        </p:nvSpPr>
        <p:spPr>
          <a:xfrm>
            <a:off x="954000" y="1890000"/>
            <a:ext cx="10279150" cy="365125"/>
          </a:xfrm>
          <a:prstGeom prst="rect">
            <a:avLst/>
          </a:prstGeom>
          <a:noFill/>
          <a:ln>
            <a:noFill/>
          </a:ln>
        </p:spPr>
        <p:txBody>
          <a:bodyPr anchorCtr="0" anchor="t" bIns="0" lIns="0" spcFirstLastPara="1" rIns="0" wrap="square" tIns="0">
            <a:noAutofit/>
          </a:bodyPr>
          <a:lstStyle>
            <a:lvl1pPr lvl="0" algn="l">
              <a:lnSpc>
                <a:spcPct val="200000"/>
              </a:lnSpc>
              <a:spcBef>
                <a:spcPts val="0"/>
              </a:spcBef>
              <a:spcAft>
                <a:spcPts val="0"/>
              </a:spcAft>
              <a:buClr>
                <a:srgbClr val="20323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10"/>
          <p:cNvSpPr txBox="1"/>
          <p:nvPr>
            <p:ph idx="11" type="ftr"/>
          </p:nvPr>
        </p:nvSpPr>
        <p:spPr>
          <a:xfrm>
            <a:off x="970139" y="775255"/>
            <a:ext cx="7176911" cy="230832"/>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10"/>
          <p:cNvSpPr txBox="1"/>
          <p:nvPr>
            <p:ph idx="12" type="sldNum"/>
          </p:nvPr>
        </p:nvSpPr>
        <p:spPr>
          <a:xfrm>
            <a:off x="9821333" y="783355"/>
            <a:ext cx="1400528" cy="230832"/>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
        <p:nvSpPr>
          <p:cNvPr id="62" name="Google Shape;62;p10"/>
          <p:cNvSpPr/>
          <p:nvPr/>
        </p:nvSpPr>
        <p:spPr>
          <a:xfrm>
            <a:off x="0" y="0"/>
            <a:ext cx="12192000" cy="1404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3" name="Google Shape;63;p10"/>
          <p:cNvSpPr txBox="1"/>
          <p:nvPr>
            <p:ph idx="1" type="body"/>
          </p:nvPr>
        </p:nvSpPr>
        <p:spPr>
          <a:xfrm>
            <a:off x="953999" y="2728800"/>
            <a:ext cx="2959199" cy="3164000"/>
          </a:xfrm>
          <a:prstGeom prst="rect">
            <a:avLst/>
          </a:prstGeom>
          <a:noFill/>
          <a:ln>
            <a:noFill/>
          </a:ln>
        </p:spPr>
        <p:txBody>
          <a:bodyPr anchorCtr="0" anchor="t" bIns="0" lIns="0" spcFirstLastPara="1" rIns="0" wrap="square" tIns="0">
            <a:noAutofit/>
          </a:bodyPr>
          <a:lstStyle>
            <a:lvl1pPr indent="-228600" lvl="0" marL="457200" algn="l">
              <a:lnSpc>
                <a:spcPct val="120000"/>
              </a:lnSpc>
              <a:spcBef>
                <a:spcPts val="0"/>
              </a:spcBef>
              <a:spcAft>
                <a:spcPts val="0"/>
              </a:spcAft>
              <a:buClr>
                <a:srgbClr val="203232"/>
              </a:buClr>
              <a:buSzPts val="2400"/>
              <a:buNone/>
              <a:defRPr b="0">
                <a:solidFill>
                  <a:srgbClr val="203232"/>
                </a:solidFill>
              </a:defRPr>
            </a:lvl1pPr>
            <a:lvl2pPr indent="-228600" lvl="1" marL="914400" algn="l">
              <a:lnSpc>
                <a:spcPct val="120000"/>
              </a:lnSpc>
              <a:spcBef>
                <a:spcPts val="992"/>
              </a:spcBef>
              <a:spcAft>
                <a:spcPts val="0"/>
              </a:spcAft>
              <a:buClr>
                <a:srgbClr val="203232"/>
              </a:buClr>
              <a:buSzPts val="2400"/>
              <a:buNone/>
              <a:defRPr/>
            </a:lvl2pPr>
            <a:lvl3pPr indent="-381000" lvl="2" marL="1371600" algn="l">
              <a:lnSpc>
                <a:spcPct val="120000"/>
              </a:lnSpc>
              <a:spcBef>
                <a:spcPts val="992"/>
              </a:spcBef>
              <a:spcAft>
                <a:spcPts val="0"/>
              </a:spcAft>
              <a:buClr>
                <a:srgbClr val="203232"/>
              </a:buClr>
              <a:buSzPts val="2400"/>
              <a:buChar char="■"/>
              <a:defRPr/>
            </a:lvl3pPr>
            <a:lvl4pPr indent="-228600" lvl="3" marL="1828800" algn="l">
              <a:lnSpc>
                <a:spcPct val="120000"/>
              </a:lnSpc>
              <a:spcBef>
                <a:spcPts val="992"/>
              </a:spcBef>
              <a:spcAft>
                <a:spcPts val="0"/>
              </a:spcAft>
              <a:buClr>
                <a:srgbClr val="203232"/>
              </a:buClr>
              <a:buSzPts val="1800"/>
              <a:buNone/>
              <a:defRPr/>
            </a:lvl4pPr>
            <a:lvl5pPr indent="-228600" lvl="4" marL="2286000" algn="l">
              <a:lnSpc>
                <a:spcPct val="120000"/>
              </a:lnSpc>
              <a:spcBef>
                <a:spcPts val="0"/>
              </a:spcBef>
              <a:spcAft>
                <a:spcPts val="0"/>
              </a:spcAft>
              <a:buClr>
                <a:schemeClr val="accent4"/>
              </a:buClr>
              <a:buSzPts val="1800"/>
              <a:buNone/>
              <a:defRPr>
                <a:solidFill>
                  <a:schemeClr val="accent4"/>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4" name="Google Shape;64;p10"/>
          <p:cNvSpPr txBox="1"/>
          <p:nvPr>
            <p:ph idx="2" type="body"/>
          </p:nvPr>
        </p:nvSpPr>
        <p:spPr>
          <a:xfrm>
            <a:off x="8278804" y="2728800"/>
            <a:ext cx="2959199" cy="3164000"/>
          </a:xfrm>
          <a:prstGeom prst="rect">
            <a:avLst/>
          </a:prstGeom>
          <a:noFill/>
          <a:ln>
            <a:noFill/>
          </a:ln>
        </p:spPr>
        <p:txBody>
          <a:bodyPr anchorCtr="0" anchor="t" bIns="0" lIns="0" spcFirstLastPara="1" rIns="0" wrap="square" tIns="0">
            <a:noAutofit/>
          </a:bodyPr>
          <a:lstStyle>
            <a:lvl1pPr indent="-228600" lvl="0" marL="457200" algn="l">
              <a:lnSpc>
                <a:spcPct val="120000"/>
              </a:lnSpc>
              <a:spcBef>
                <a:spcPts val="0"/>
              </a:spcBef>
              <a:spcAft>
                <a:spcPts val="0"/>
              </a:spcAft>
              <a:buClr>
                <a:srgbClr val="203232"/>
              </a:buClr>
              <a:buSzPts val="2400"/>
              <a:buNone/>
              <a:defRPr b="0">
                <a:solidFill>
                  <a:srgbClr val="203232"/>
                </a:solidFill>
              </a:defRPr>
            </a:lvl1pPr>
            <a:lvl2pPr indent="-228600" lvl="1" marL="914400" algn="l">
              <a:lnSpc>
                <a:spcPct val="120000"/>
              </a:lnSpc>
              <a:spcBef>
                <a:spcPts val="992"/>
              </a:spcBef>
              <a:spcAft>
                <a:spcPts val="0"/>
              </a:spcAft>
              <a:buClr>
                <a:srgbClr val="203232"/>
              </a:buClr>
              <a:buSzPts val="2400"/>
              <a:buNone/>
              <a:defRPr/>
            </a:lvl2pPr>
            <a:lvl3pPr indent="-381000" lvl="2" marL="1371600" algn="l">
              <a:lnSpc>
                <a:spcPct val="120000"/>
              </a:lnSpc>
              <a:spcBef>
                <a:spcPts val="992"/>
              </a:spcBef>
              <a:spcAft>
                <a:spcPts val="0"/>
              </a:spcAft>
              <a:buClr>
                <a:srgbClr val="203232"/>
              </a:buClr>
              <a:buSzPts val="2400"/>
              <a:buChar char="■"/>
              <a:defRPr/>
            </a:lvl3pPr>
            <a:lvl4pPr indent="-228600" lvl="3" marL="1828800" algn="l">
              <a:lnSpc>
                <a:spcPct val="120000"/>
              </a:lnSpc>
              <a:spcBef>
                <a:spcPts val="992"/>
              </a:spcBef>
              <a:spcAft>
                <a:spcPts val="0"/>
              </a:spcAft>
              <a:buClr>
                <a:srgbClr val="203232"/>
              </a:buClr>
              <a:buSzPts val="1800"/>
              <a:buNone/>
              <a:defRPr/>
            </a:lvl4pPr>
            <a:lvl5pPr indent="-228600" lvl="4" marL="2286000" algn="l">
              <a:lnSpc>
                <a:spcPct val="120000"/>
              </a:lnSpc>
              <a:spcBef>
                <a:spcPts val="0"/>
              </a:spcBef>
              <a:spcAft>
                <a:spcPts val="0"/>
              </a:spcAft>
              <a:buClr>
                <a:schemeClr val="accent4"/>
              </a:buClr>
              <a:buSzPts val="1800"/>
              <a:buNone/>
              <a:defRPr>
                <a:solidFill>
                  <a:schemeClr val="accent4"/>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5" name="Google Shape;65;p10"/>
          <p:cNvSpPr txBox="1"/>
          <p:nvPr>
            <p:ph idx="3" type="body"/>
          </p:nvPr>
        </p:nvSpPr>
        <p:spPr>
          <a:xfrm>
            <a:off x="4613975" y="2728800"/>
            <a:ext cx="2959199" cy="3164000"/>
          </a:xfrm>
          <a:prstGeom prst="rect">
            <a:avLst/>
          </a:prstGeom>
          <a:noFill/>
          <a:ln>
            <a:noFill/>
          </a:ln>
        </p:spPr>
        <p:txBody>
          <a:bodyPr anchorCtr="0" anchor="t" bIns="0" lIns="0" spcFirstLastPara="1" rIns="0" wrap="square" tIns="0">
            <a:noAutofit/>
          </a:bodyPr>
          <a:lstStyle>
            <a:lvl1pPr indent="-228600" lvl="0" marL="457200" algn="l">
              <a:lnSpc>
                <a:spcPct val="120000"/>
              </a:lnSpc>
              <a:spcBef>
                <a:spcPts val="0"/>
              </a:spcBef>
              <a:spcAft>
                <a:spcPts val="0"/>
              </a:spcAft>
              <a:buClr>
                <a:srgbClr val="203232"/>
              </a:buClr>
              <a:buSzPts val="2400"/>
              <a:buNone/>
              <a:defRPr b="0">
                <a:solidFill>
                  <a:srgbClr val="203232"/>
                </a:solidFill>
              </a:defRPr>
            </a:lvl1pPr>
            <a:lvl2pPr indent="-228600" lvl="1" marL="914400" algn="l">
              <a:lnSpc>
                <a:spcPct val="120000"/>
              </a:lnSpc>
              <a:spcBef>
                <a:spcPts val="992"/>
              </a:spcBef>
              <a:spcAft>
                <a:spcPts val="0"/>
              </a:spcAft>
              <a:buClr>
                <a:srgbClr val="203232"/>
              </a:buClr>
              <a:buSzPts val="2400"/>
              <a:buNone/>
              <a:defRPr/>
            </a:lvl2pPr>
            <a:lvl3pPr indent="-381000" lvl="2" marL="1371600" algn="l">
              <a:lnSpc>
                <a:spcPct val="120000"/>
              </a:lnSpc>
              <a:spcBef>
                <a:spcPts val="992"/>
              </a:spcBef>
              <a:spcAft>
                <a:spcPts val="0"/>
              </a:spcAft>
              <a:buClr>
                <a:srgbClr val="203232"/>
              </a:buClr>
              <a:buSzPts val="2400"/>
              <a:buChar char="■"/>
              <a:defRPr/>
            </a:lvl3pPr>
            <a:lvl4pPr indent="-228600" lvl="3" marL="1828800" algn="l">
              <a:lnSpc>
                <a:spcPct val="120000"/>
              </a:lnSpc>
              <a:spcBef>
                <a:spcPts val="992"/>
              </a:spcBef>
              <a:spcAft>
                <a:spcPts val="0"/>
              </a:spcAft>
              <a:buClr>
                <a:srgbClr val="203232"/>
              </a:buClr>
              <a:buSzPts val="1800"/>
              <a:buNone/>
              <a:defRPr/>
            </a:lvl4pPr>
            <a:lvl5pPr indent="-228600" lvl="4" marL="2286000" algn="l">
              <a:lnSpc>
                <a:spcPct val="120000"/>
              </a:lnSpc>
              <a:spcBef>
                <a:spcPts val="0"/>
              </a:spcBef>
              <a:spcAft>
                <a:spcPts val="0"/>
              </a:spcAft>
              <a:buClr>
                <a:schemeClr val="accent4"/>
              </a:buClr>
              <a:buSzPts val="1800"/>
              <a:buNone/>
              <a:defRPr>
                <a:solidFill>
                  <a:schemeClr val="accent4"/>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Bleed Image">
  <p:cSld name="Full Bleed Image">
    <p:bg>
      <p:bgPr>
        <a:solidFill>
          <a:schemeClr val="accent1"/>
        </a:solidFill>
      </p:bgPr>
    </p:bg>
    <p:spTree>
      <p:nvGrpSpPr>
        <p:cNvPr id="66" name="Shape 66"/>
        <p:cNvGrpSpPr/>
        <p:nvPr/>
      </p:nvGrpSpPr>
      <p:grpSpPr>
        <a:xfrm>
          <a:off x="0" y="0"/>
          <a:ext cx="0" cy="0"/>
          <a:chOff x="0" y="0"/>
          <a:chExt cx="0" cy="0"/>
        </a:xfrm>
      </p:grpSpPr>
      <p:sp>
        <p:nvSpPr>
          <p:cNvPr id="67" name="Google Shape;67;p11"/>
          <p:cNvSpPr/>
          <p:nvPr>
            <p:ph idx="2" type="pic"/>
          </p:nvPr>
        </p:nvSpPr>
        <p:spPr>
          <a:xfrm>
            <a:off x="0" y="0"/>
            <a:ext cx="12192000" cy="6858000"/>
          </a:xfrm>
          <a:prstGeom prst="rect">
            <a:avLst/>
          </a:prstGeom>
          <a:no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Video">
  <p:cSld name="1_Video">
    <p:bg>
      <p:bgPr>
        <a:solidFill>
          <a:schemeClr val="accent1"/>
        </a:solidFill>
      </p:bgPr>
    </p:bg>
    <p:spTree>
      <p:nvGrpSpPr>
        <p:cNvPr id="68" name="Shape 68"/>
        <p:cNvGrpSpPr/>
        <p:nvPr/>
      </p:nvGrpSpPr>
      <p:grpSpPr>
        <a:xfrm>
          <a:off x="0" y="0"/>
          <a:ext cx="0" cy="0"/>
          <a:chOff x="0" y="0"/>
          <a:chExt cx="0" cy="0"/>
        </a:xfrm>
      </p:grpSpPr>
      <p:sp>
        <p:nvSpPr>
          <p:cNvPr id="69" name="Google Shape;69;p12"/>
          <p:cNvSpPr/>
          <p:nvPr>
            <p:ph idx="2" type="media"/>
          </p:nvPr>
        </p:nvSpPr>
        <p:spPr>
          <a:xfrm>
            <a:off x="140400" y="140400"/>
            <a:ext cx="11916000" cy="6580800"/>
          </a:xfrm>
          <a:prstGeom prst="rect">
            <a:avLst/>
          </a:prstGeom>
          <a:solidFill>
            <a:schemeClr val="lt1"/>
          </a:solidFill>
          <a:ln>
            <a:noFill/>
          </a:ln>
        </p:spPr>
        <p:txBody>
          <a:bodyPr anchorCtr="0" anchor="t" bIns="0" lIns="0" spcFirstLastPara="1" rIns="0" wrap="square" tIns="0">
            <a:noAutofit/>
          </a:bodyPr>
          <a:lstStyle>
            <a:lvl1pPr lvl="0" marR="0" rtl="0" algn="l">
              <a:lnSpc>
                <a:spcPct val="120000"/>
              </a:lnSpc>
              <a:spcBef>
                <a:spcPts val="0"/>
              </a:spcBef>
              <a:spcAft>
                <a:spcPts val="0"/>
              </a:spcAft>
              <a:buClr>
                <a:srgbClr val="203232"/>
              </a:buClr>
              <a:buSzPts val="2400"/>
              <a:buFont typeface="Arial"/>
              <a:buNone/>
              <a:defRPr b="1" i="0" sz="2400" u="none" cap="none" strike="noStrike">
                <a:solidFill>
                  <a:srgbClr val="203232"/>
                </a:solidFill>
                <a:latin typeface="Arial"/>
                <a:ea typeface="Arial"/>
                <a:cs typeface="Arial"/>
                <a:sym typeface="Arial"/>
              </a:defRPr>
            </a:lvl1pPr>
            <a:lvl2pPr lvl="1" marR="0" rtl="0" algn="l">
              <a:lnSpc>
                <a:spcPct val="120000"/>
              </a:lnSpc>
              <a:spcBef>
                <a:spcPts val="992"/>
              </a:spcBef>
              <a:spcAft>
                <a:spcPts val="0"/>
              </a:spcAft>
              <a:buClr>
                <a:srgbClr val="203232"/>
              </a:buClr>
              <a:buSzPts val="2400"/>
              <a:buFont typeface="Arial"/>
              <a:buNone/>
              <a:defRPr b="0" i="0" sz="2400" u="none" cap="none" strike="noStrike">
                <a:solidFill>
                  <a:srgbClr val="203232"/>
                </a:solidFill>
                <a:latin typeface="Arial"/>
                <a:ea typeface="Arial"/>
                <a:cs typeface="Arial"/>
                <a:sym typeface="Arial"/>
              </a:defRPr>
            </a:lvl2pPr>
            <a:lvl3pPr lvl="2" marR="0" rtl="0" algn="l">
              <a:lnSpc>
                <a:spcPct val="120000"/>
              </a:lnSpc>
              <a:spcBef>
                <a:spcPts val="992"/>
              </a:spcBef>
              <a:spcAft>
                <a:spcPts val="0"/>
              </a:spcAft>
              <a:buClr>
                <a:srgbClr val="203232"/>
              </a:buClr>
              <a:buSzPts val="2400"/>
              <a:buFont typeface="Arial"/>
              <a:buChar char="■"/>
              <a:defRPr b="0" i="0" sz="2400" u="none" cap="none" strike="noStrike">
                <a:solidFill>
                  <a:srgbClr val="203232"/>
                </a:solidFill>
                <a:latin typeface="Arial"/>
                <a:ea typeface="Arial"/>
                <a:cs typeface="Arial"/>
                <a:sym typeface="Arial"/>
              </a:defRPr>
            </a:lvl3pPr>
            <a:lvl4pPr lvl="3" marR="0" rtl="0" algn="l">
              <a:lnSpc>
                <a:spcPct val="120000"/>
              </a:lnSpc>
              <a:spcBef>
                <a:spcPts val="992"/>
              </a:spcBef>
              <a:spcAft>
                <a:spcPts val="0"/>
              </a:spcAft>
              <a:buClr>
                <a:srgbClr val="203232"/>
              </a:buClr>
              <a:buSzPts val="1800"/>
              <a:buFont typeface="Arial"/>
              <a:buNone/>
              <a:defRPr b="0" i="0" sz="1800" u="none" cap="none" strike="noStrike">
                <a:solidFill>
                  <a:srgbClr val="203232"/>
                </a:solidFill>
                <a:latin typeface="Arial"/>
                <a:ea typeface="Arial"/>
                <a:cs typeface="Arial"/>
                <a:sym typeface="Arial"/>
              </a:defRPr>
            </a:lvl4pPr>
            <a:lvl5pPr lvl="4" marR="0" rtl="0" algn="l">
              <a:lnSpc>
                <a:spcPct val="120000"/>
              </a:lnSpc>
              <a:spcBef>
                <a:spcPts val="0"/>
              </a:spcBef>
              <a:spcAft>
                <a:spcPts val="0"/>
              </a:spcAft>
              <a:buClr>
                <a:srgbClr val="203232"/>
              </a:buClr>
              <a:buSzPts val="1800"/>
              <a:buFont typeface="Arial"/>
              <a:buNone/>
              <a:defRPr b="1" i="0" sz="1800" u="none" cap="none" strike="noStrike">
                <a:solidFill>
                  <a:srgbClr val="203232"/>
                </a:solidFill>
                <a:latin typeface="Arial"/>
                <a:ea typeface="Arial"/>
                <a:cs typeface="Arial"/>
                <a:sym typeface="Arial"/>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cons and text" showMasterSp="0">
  <p:cSld name="Icons and text">
    <p:bg>
      <p:bgPr>
        <a:solidFill>
          <a:schemeClr val="lt1"/>
        </a:solidFill>
      </p:bgPr>
    </p:bg>
    <p:spTree>
      <p:nvGrpSpPr>
        <p:cNvPr id="70" name="Shape 70"/>
        <p:cNvGrpSpPr/>
        <p:nvPr/>
      </p:nvGrpSpPr>
      <p:grpSpPr>
        <a:xfrm>
          <a:off x="0" y="0"/>
          <a:ext cx="0" cy="0"/>
          <a:chOff x="0" y="0"/>
          <a:chExt cx="0" cy="0"/>
        </a:xfrm>
      </p:grpSpPr>
      <p:sp>
        <p:nvSpPr>
          <p:cNvPr id="71" name="Google Shape;71;p13"/>
          <p:cNvSpPr txBox="1"/>
          <p:nvPr>
            <p:ph idx="11" type="ftr"/>
          </p:nvPr>
        </p:nvSpPr>
        <p:spPr>
          <a:xfrm>
            <a:off x="970139" y="775255"/>
            <a:ext cx="7176911" cy="230832"/>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3"/>
          <p:cNvSpPr txBox="1"/>
          <p:nvPr>
            <p:ph idx="12" type="sldNum"/>
          </p:nvPr>
        </p:nvSpPr>
        <p:spPr>
          <a:xfrm>
            <a:off x="9821333" y="783355"/>
            <a:ext cx="1400528" cy="230832"/>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
        <p:nvSpPr>
          <p:cNvPr id="73" name="Google Shape;73;p13"/>
          <p:cNvSpPr/>
          <p:nvPr/>
        </p:nvSpPr>
        <p:spPr>
          <a:xfrm>
            <a:off x="0" y="0"/>
            <a:ext cx="12192000" cy="1404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4" name="Google Shape;74;p13"/>
          <p:cNvSpPr txBox="1"/>
          <p:nvPr>
            <p:ph idx="1" type="body"/>
          </p:nvPr>
        </p:nvSpPr>
        <p:spPr>
          <a:xfrm>
            <a:off x="970139" y="4079342"/>
            <a:ext cx="3144661" cy="2252134"/>
          </a:xfrm>
          <a:prstGeom prst="rect">
            <a:avLst/>
          </a:prstGeom>
          <a:noFill/>
          <a:ln>
            <a:noFill/>
          </a:ln>
        </p:spPr>
        <p:txBody>
          <a:bodyPr anchorCtr="0" anchor="t" bIns="0" lIns="0" spcFirstLastPara="1" rIns="0" wrap="square" tIns="0">
            <a:noAutofit/>
          </a:bodyPr>
          <a:lstStyle>
            <a:lvl1pPr indent="-228600" lvl="0" marL="457200" algn="l">
              <a:lnSpc>
                <a:spcPct val="120000"/>
              </a:lnSpc>
              <a:spcBef>
                <a:spcPts val="0"/>
              </a:spcBef>
              <a:spcAft>
                <a:spcPts val="0"/>
              </a:spcAft>
              <a:buClr>
                <a:srgbClr val="203232"/>
              </a:buClr>
              <a:buSzPts val="2400"/>
              <a:buNone/>
              <a:defRPr b="0">
                <a:solidFill>
                  <a:srgbClr val="203232"/>
                </a:solidFill>
              </a:defRPr>
            </a:lvl1pPr>
            <a:lvl2pPr indent="-228600" lvl="1" marL="914400" algn="l">
              <a:lnSpc>
                <a:spcPct val="120000"/>
              </a:lnSpc>
              <a:spcBef>
                <a:spcPts val="992"/>
              </a:spcBef>
              <a:spcAft>
                <a:spcPts val="0"/>
              </a:spcAft>
              <a:buClr>
                <a:srgbClr val="203232"/>
              </a:buClr>
              <a:buSzPts val="2400"/>
              <a:buNone/>
              <a:defRPr/>
            </a:lvl2pPr>
            <a:lvl3pPr indent="-381000" lvl="2" marL="1371600" algn="l">
              <a:lnSpc>
                <a:spcPct val="120000"/>
              </a:lnSpc>
              <a:spcBef>
                <a:spcPts val="992"/>
              </a:spcBef>
              <a:spcAft>
                <a:spcPts val="0"/>
              </a:spcAft>
              <a:buClr>
                <a:srgbClr val="203232"/>
              </a:buClr>
              <a:buSzPts val="2400"/>
              <a:buChar char="■"/>
              <a:defRPr/>
            </a:lvl3pPr>
            <a:lvl4pPr indent="-228600" lvl="3" marL="1828800" algn="l">
              <a:lnSpc>
                <a:spcPct val="120000"/>
              </a:lnSpc>
              <a:spcBef>
                <a:spcPts val="992"/>
              </a:spcBef>
              <a:spcAft>
                <a:spcPts val="0"/>
              </a:spcAft>
              <a:buClr>
                <a:srgbClr val="203232"/>
              </a:buClr>
              <a:buSzPts val="1800"/>
              <a:buNone/>
              <a:defRPr/>
            </a:lvl4pPr>
            <a:lvl5pPr indent="-228600" lvl="4" marL="2286000" algn="l">
              <a:lnSpc>
                <a:spcPct val="120000"/>
              </a:lnSpc>
              <a:spcBef>
                <a:spcPts val="0"/>
              </a:spcBef>
              <a:spcAft>
                <a:spcPts val="0"/>
              </a:spcAft>
              <a:buClr>
                <a:schemeClr val="accent4"/>
              </a:buClr>
              <a:buSzPts val="1800"/>
              <a:buNone/>
              <a:defRPr>
                <a:solidFill>
                  <a:schemeClr val="accent4"/>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3"/>
          <p:cNvSpPr txBox="1"/>
          <p:nvPr>
            <p:ph idx="2" type="body"/>
          </p:nvPr>
        </p:nvSpPr>
        <p:spPr>
          <a:xfrm>
            <a:off x="8077200" y="4062209"/>
            <a:ext cx="3144661" cy="2252134"/>
          </a:xfrm>
          <a:prstGeom prst="rect">
            <a:avLst/>
          </a:prstGeom>
          <a:noFill/>
          <a:ln>
            <a:noFill/>
          </a:ln>
        </p:spPr>
        <p:txBody>
          <a:bodyPr anchorCtr="0" anchor="t" bIns="0" lIns="0" spcFirstLastPara="1" rIns="0" wrap="square" tIns="0">
            <a:noAutofit/>
          </a:bodyPr>
          <a:lstStyle>
            <a:lvl1pPr indent="-228600" lvl="0" marL="457200" marR="0" algn="l">
              <a:lnSpc>
                <a:spcPct val="120000"/>
              </a:lnSpc>
              <a:spcBef>
                <a:spcPts val="0"/>
              </a:spcBef>
              <a:spcAft>
                <a:spcPts val="0"/>
              </a:spcAft>
              <a:buClr>
                <a:srgbClr val="203232"/>
              </a:buClr>
              <a:buSzPts val="2400"/>
              <a:buFont typeface="Arial"/>
              <a:buNone/>
              <a:defRPr b="0">
                <a:solidFill>
                  <a:srgbClr val="203232"/>
                </a:solidFill>
              </a:defRPr>
            </a:lvl1pPr>
            <a:lvl2pPr indent="-228600" lvl="1" marL="914400" algn="l">
              <a:lnSpc>
                <a:spcPct val="120000"/>
              </a:lnSpc>
              <a:spcBef>
                <a:spcPts val="992"/>
              </a:spcBef>
              <a:spcAft>
                <a:spcPts val="0"/>
              </a:spcAft>
              <a:buClr>
                <a:srgbClr val="203232"/>
              </a:buClr>
              <a:buSzPts val="2400"/>
              <a:buNone/>
              <a:defRPr/>
            </a:lvl2pPr>
            <a:lvl3pPr indent="-381000" lvl="2" marL="1371600" algn="l">
              <a:lnSpc>
                <a:spcPct val="120000"/>
              </a:lnSpc>
              <a:spcBef>
                <a:spcPts val="992"/>
              </a:spcBef>
              <a:spcAft>
                <a:spcPts val="0"/>
              </a:spcAft>
              <a:buClr>
                <a:srgbClr val="203232"/>
              </a:buClr>
              <a:buSzPts val="2400"/>
              <a:buChar char="■"/>
              <a:defRPr/>
            </a:lvl3pPr>
            <a:lvl4pPr indent="-228600" lvl="3" marL="1828800" algn="l">
              <a:lnSpc>
                <a:spcPct val="120000"/>
              </a:lnSpc>
              <a:spcBef>
                <a:spcPts val="992"/>
              </a:spcBef>
              <a:spcAft>
                <a:spcPts val="0"/>
              </a:spcAft>
              <a:buClr>
                <a:srgbClr val="203232"/>
              </a:buClr>
              <a:buSzPts val="1800"/>
              <a:buNone/>
              <a:defRPr/>
            </a:lvl4pPr>
            <a:lvl5pPr indent="-228600" lvl="4" marL="2286000" algn="l">
              <a:lnSpc>
                <a:spcPct val="120000"/>
              </a:lnSpc>
              <a:spcBef>
                <a:spcPts val="0"/>
              </a:spcBef>
              <a:spcAft>
                <a:spcPts val="0"/>
              </a:spcAft>
              <a:buClr>
                <a:schemeClr val="accent4"/>
              </a:buClr>
              <a:buSzPts val="1800"/>
              <a:buNone/>
              <a:defRPr>
                <a:solidFill>
                  <a:schemeClr val="accent4"/>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 name="Google Shape;76;p13"/>
          <p:cNvSpPr txBox="1"/>
          <p:nvPr>
            <p:ph idx="3" type="body"/>
          </p:nvPr>
        </p:nvSpPr>
        <p:spPr>
          <a:xfrm>
            <a:off x="4523669" y="4062209"/>
            <a:ext cx="3144661" cy="2252134"/>
          </a:xfrm>
          <a:prstGeom prst="rect">
            <a:avLst/>
          </a:prstGeom>
          <a:noFill/>
          <a:ln>
            <a:noFill/>
          </a:ln>
        </p:spPr>
        <p:txBody>
          <a:bodyPr anchorCtr="0" anchor="t" bIns="0" lIns="0" spcFirstLastPara="1" rIns="0" wrap="square" tIns="0">
            <a:noAutofit/>
          </a:bodyPr>
          <a:lstStyle>
            <a:lvl1pPr indent="-228600" lvl="0" marL="457200" marR="0" algn="l">
              <a:lnSpc>
                <a:spcPct val="120000"/>
              </a:lnSpc>
              <a:spcBef>
                <a:spcPts val="0"/>
              </a:spcBef>
              <a:spcAft>
                <a:spcPts val="0"/>
              </a:spcAft>
              <a:buClr>
                <a:srgbClr val="203232"/>
              </a:buClr>
              <a:buSzPts val="2400"/>
              <a:buFont typeface="Arial"/>
              <a:buNone/>
              <a:defRPr b="0">
                <a:solidFill>
                  <a:srgbClr val="203232"/>
                </a:solidFill>
              </a:defRPr>
            </a:lvl1pPr>
            <a:lvl2pPr indent="-228600" lvl="1" marL="914400" algn="l">
              <a:lnSpc>
                <a:spcPct val="120000"/>
              </a:lnSpc>
              <a:spcBef>
                <a:spcPts val="992"/>
              </a:spcBef>
              <a:spcAft>
                <a:spcPts val="0"/>
              </a:spcAft>
              <a:buClr>
                <a:srgbClr val="203232"/>
              </a:buClr>
              <a:buSzPts val="2400"/>
              <a:buNone/>
              <a:defRPr/>
            </a:lvl2pPr>
            <a:lvl3pPr indent="-381000" lvl="2" marL="1371600" algn="l">
              <a:lnSpc>
                <a:spcPct val="120000"/>
              </a:lnSpc>
              <a:spcBef>
                <a:spcPts val="992"/>
              </a:spcBef>
              <a:spcAft>
                <a:spcPts val="0"/>
              </a:spcAft>
              <a:buClr>
                <a:srgbClr val="203232"/>
              </a:buClr>
              <a:buSzPts val="2400"/>
              <a:buChar char="■"/>
              <a:defRPr/>
            </a:lvl3pPr>
            <a:lvl4pPr indent="-228600" lvl="3" marL="1828800" algn="l">
              <a:lnSpc>
                <a:spcPct val="120000"/>
              </a:lnSpc>
              <a:spcBef>
                <a:spcPts val="992"/>
              </a:spcBef>
              <a:spcAft>
                <a:spcPts val="0"/>
              </a:spcAft>
              <a:buClr>
                <a:srgbClr val="203232"/>
              </a:buClr>
              <a:buSzPts val="1800"/>
              <a:buNone/>
              <a:defRPr/>
            </a:lvl4pPr>
            <a:lvl5pPr indent="-228600" lvl="4" marL="2286000" algn="l">
              <a:lnSpc>
                <a:spcPct val="120000"/>
              </a:lnSpc>
              <a:spcBef>
                <a:spcPts val="0"/>
              </a:spcBef>
              <a:spcAft>
                <a:spcPts val="0"/>
              </a:spcAft>
              <a:buClr>
                <a:schemeClr val="accent4"/>
              </a:buClr>
              <a:buSzPts val="1800"/>
              <a:buNone/>
              <a:defRPr>
                <a:solidFill>
                  <a:schemeClr val="accent4"/>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3"/>
          <p:cNvSpPr/>
          <p:nvPr>
            <p:ph idx="4" type="pic"/>
          </p:nvPr>
        </p:nvSpPr>
        <p:spPr>
          <a:xfrm>
            <a:off x="1462175" y="1640942"/>
            <a:ext cx="2160587" cy="2160588"/>
          </a:xfrm>
          <a:prstGeom prst="rect">
            <a:avLst/>
          </a:prstGeom>
          <a:noFill/>
          <a:ln>
            <a:noFill/>
          </a:ln>
        </p:spPr>
      </p:sp>
      <p:sp>
        <p:nvSpPr>
          <p:cNvPr id="78" name="Google Shape;78;p13"/>
          <p:cNvSpPr/>
          <p:nvPr>
            <p:ph idx="5" type="pic"/>
          </p:nvPr>
        </p:nvSpPr>
        <p:spPr>
          <a:xfrm>
            <a:off x="5015705" y="1640942"/>
            <a:ext cx="2160587" cy="2160588"/>
          </a:xfrm>
          <a:prstGeom prst="rect">
            <a:avLst/>
          </a:prstGeom>
          <a:noFill/>
          <a:ln>
            <a:noFill/>
          </a:ln>
        </p:spPr>
      </p:sp>
      <p:sp>
        <p:nvSpPr>
          <p:cNvPr id="79" name="Google Shape;79;p13"/>
          <p:cNvSpPr/>
          <p:nvPr>
            <p:ph idx="6" type="pic"/>
          </p:nvPr>
        </p:nvSpPr>
        <p:spPr>
          <a:xfrm>
            <a:off x="8569236" y="1640942"/>
            <a:ext cx="2160587" cy="2160588"/>
          </a:xfrm>
          <a:prstGeom prst="rect">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page">
  <p:cSld name="End page">
    <p:bg>
      <p:bgPr>
        <a:solidFill>
          <a:schemeClr val="accent1"/>
        </a:solidFill>
      </p:bgPr>
    </p:bg>
    <p:spTree>
      <p:nvGrpSpPr>
        <p:cNvPr id="80" name="Shape 80"/>
        <p:cNvGrpSpPr/>
        <p:nvPr/>
      </p:nvGrpSpPr>
      <p:grpSpPr>
        <a:xfrm>
          <a:off x="0" y="0"/>
          <a:ext cx="0" cy="0"/>
          <a:chOff x="0" y="0"/>
          <a:chExt cx="0" cy="0"/>
        </a:xfrm>
      </p:grpSpPr>
      <p:pic>
        <p:nvPicPr>
          <p:cNvPr id="81" name="Google Shape;81;p14"/>
          <p:cNvPicPr preferRelativeResize="0"/>
          <p:nvPr/>
        </p:nvPicPr>
        <p:blipFill rotWithShape="1">
          <a:blip r:embed="rId2">
            <a:alphaModFix/>
          </a:blip>
          <a:srcRect b="0" l="0" r="0" t="0"/>
          <a:stretch/>
        </p:blipFill>
        <p:spPr>
          <a:xfrm>
            <a:off x="954002" y="5511600"/>
            <a:ext cx="2242795" cy="397958"/>
          </a:xfrm>
          <a:prstGeom prst="rect">
            <a:avLst/>
          </a:prstGeom>
          <a:noFill/>
          <a:ln>
            <a:noFill/>
          </a:ln>
        </p:spPr>
      </p:pic>
      <p:sp>
        <p:nvSpPr>
          <p:cNvPr id="82" name="Google Shape;82;p14"/>
          <p:cNvSpPr txBox="1"/>
          <p:nvPr>
            <p:ph type="ctrTitle"/>
          </p:nvPr>
        </p:nvSpPr>
        <p:spPr>
          <a:xfrm>
            <a:off x="926844" y="1964352"/>
            <a:ext cx="11828559" cy="105157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7386"/>
              <a:buFont typeface="Arial"/>
              <a:buNone/>
              <a:defRPr sz="7386">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p14"/>
          <p:cNvSpPr txBox="1"/>
          <p:nvPr>
            <p:ph idx="11" type="ftr"/>
          </p:nvPr>
        </p:nvSpPr>
        <p:spPr>
          <a:xfrm>
            <a:off x="965289" y="779733"/>
            <a:ext cx="7176911" cy="230832"/>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14"/>
          <p:cNvSpPr txBox="1"/>
          <p:nvPr>
            <p:ph idx="12" type="sldNum"/>
          </p:nvPr>
        </p:nvSpPr>
        <p:spPr>
          <a:xfrm>
            <a:off x="10616400" y="779733"/>
            <a:ext cx="622800" cy="230832"/>
          </a:xfrm>
          <a:prstGeom prst="rect">
            <a:avLst/>
          </a:prstGeom>
          <a:noFill/>
          <a:ln>
            <a:noFill/>
          </a:ln>
        </p:spPr>
        <p:txBody>
          <a:bodyPr anchorCtr="0" anchor="t" bIns="0" lIns="0" spcFirstLastPara="1" rIns="0" wrap="square" tIns="0">
            <a:noAutofit/>
          </a:bodyPr>
          <a:lstStyle>
            <a:lvl1pPr indent="0" lvl="0" marL="0" algn="r">
              <a:spcBef>
                <a:spcPts val="0"/>
              </a:spcBef>
              <a:buNone/>
              <a:defRPr b="1" sz="1500">
                <a:solidFill>
                  <a:schemeClr val="lt1"/>
                </a:solidFill>
                <a:latin typeface="Arial"/>
                <a:ea typeface="Arial"/>
                <a:cs typeface="Arial"/>
                <a:sym typeface="Arial"/>
              </a:defRPr>
            </a:lvl1pPr>
            <a:lvl2pPr indent="0" lvl="1" marL="0" algn="r">
              <a:spcBef>
                <a:spcPts val="0"/>
              </a:spcBef>
              <a:buNone/>
              <a:defRPr b="1" sz="1500">
                <a:solidFill>
                  <a:schemeClr val="lt1"/>
                </a:solidFill>
                <a:latin typeface="Arial"/>
                <a:ea typeface="Arial"/>
                <a:cs typeface="Arial"/>
                <a:sym typeface="Arial"/>
              </a:defRPr>
            </a:lvl2pPr>
            <a:lvl3pPr indent="0" lvl="2" marL="0" algn="r">
              <a:spcBef>
                <a:spcPts val="0"/>
              </a:spcBef>
              <a:buNone/>
              <a:defRPr b="1" sz="1500">
                <a:solidFill>
                  <a:schemeClr val="lt1"/>
                </a:solidFill>
                <a:latin typeface="Arial"/>
                <a:ea typeface="Arial"/>
                <a:cs typeface="Arial"/>
                <a:sym typeface="Arial"/>
              </a:defRPr>
            </a:lvl3pPr>
            <a:lvl4pPr indent="0" lvl="3" marL="0" algn="r">
              <a:spcBef>
                <a:spcPts val="0"/>
              </a:spcBef>
              <a:buNone/>
              <a:defRPr b="1" sz="1500">
                <a:solidFill>
                  <a:schemeClr val="lt1"/>
                </a:solidFill>
                <a:latin typeface="Arial"/>
                <a:ea typeface="Arial"/>
                <a:cs typeface="Arial"/>
                <a:sym typeface="Arial"/>
              </a:defRPr>
            </a:lvl4pPr>
            <a:lvl5pPr indent="0" lvl="4" marL="0" algn="r">
              <a:spcBef>
                <a:spcPts val="0"/>
              </a:spcBef>
              <a:buNone/>
              <a:defRPr b="1" sz="1500">
                <a:solidFill>
                  <a:schemeClr val="lt1"/>
                </a:solidFill>
                <a:latin typeface="Arial"/>
                <a:ea typeface="Arial"/>
                <a:cs typeface="Arial"/>
                <a:sym typeface="Arial"/>
              </a:defRPr>
            </a:lvl5pPr>
            <a:lvl6pPr indent="0" lvl="5" marL="0" algn="r">
              <a:spcBef>
                <a:spcPts val="0"/>
              </a:spcBef>
              <a:buNone/>
              <a:defRPr b="1" sz="1500">
                <a:solidFill>
                  <a:schemeClr val="lt1"/>
                </a:solidFill>
                <a:latin typeface="Arial"/>
                <a:ea typeface="Arial"/>
                <a:cs typeface="Arial"/>
                <a:sym typeface="Arial"/>
              </a:defRPr>
            </a:lvl6pPr>
            <a:lvl7pPr indent="0" lvl="6" marL="0" algn="r">
              <a:spcBef>
                <a:spcPts val="0"/>
              </a:spcBef>
              <a:buNone/>
              <a:defRPr b="1" sz="1500">
                <a:solidFill>
                  <a:schemeClr val="lt1"/>
                </a:solidFill>
                <a:latin typeface="Arial"/>
                <a:ea typeface="Arial"/>
                <a:cs typeface="Arial"/>
                <a:sym typeface="Arial"/>
              </a:defRPr>
            </a:lvl7pPr>
            <a:lvl8pPr indent="0" lvl="7" marL="0" algn="r">
              <a:spcBef>
                <a:spcPts val="0"/>
              </a:spcBef>
              <a:buNone/>
              <a:defRPr b="1" sz="1500">
                <a:solidFill>
                  <a:schemeClr val="lt1"/>
                </a:solidFill>
                <a:latin typeface="Arial"/>
                <a:ea typeface="Arial"/>
                <a:cs typeface="Arial"/>
                <a:sym typeface="Arial"/>
              </a:defRPr>
            </a:lvl8pPr>
            <a:lvl9pPr indent="0" lvl="8" marL="0" algn="r">
              <a:spcBef>
                <a:spcPts val="0"/>
              </a:spcBef>
              <a:buNone/>
              <a:defRPr b="1" sz="15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954000" y="1890000"/>
            <a:ext cx="10279150" cy="365125"/>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rgbClr val="203232"/>
              </a:buClr>
              <a:buSzPts val="3600"/>
              <a:buFont typeface="Arial"/>
              <a:buNone/>
              <a:defRPr b="1" i="0" sz="3600" u="none" cap="none" strike="noStrike">
                <a:solidFill>
                  <a:srgbClr val="20323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970139" y="2717600"/>
            <a:ext cx="10279150" cy="3175200"/>
          </a:xfrm>
          <a:prstGeom prst="rect">
            <a:avLst/>
          </a:prstGeom>
          <a:noFill/>
          <a:ln>
            <a:noFill/>
          </a:ln>
        </p:spPr>
        <p:txBody>
          <a:bodyPr anchorCtr="0" anchor="t" bIns="0" lIns="0" spcFirstLastPara="1" rIns="0" wrap="square" tIns="0">
            <a:noAutofit/>
          </a:bodyPr>
          <a:lstStyle>
            <a:lvl1pPr indent="-228600" lvl="0" marL="457200" marR="0" rtl="0" algn="l">
              <a:lnSpc>
                <a:spcPct val="120000"/>
              </a:lnSpc>
              <a:spcBef>
                <a:spcPts val="0"/>
              </a:spcBef>
              <a:spcAft>
                <a:spcPts val="0"/>
              </a:spcAft>
              <a:buClr>
                <a:srgbClr val="203232"/>
              </a:buClr>
              <a:buSzPts val="2400"/>
              <a:buFont typeface="Arial"/>
              <a:buNone/>
              <a:defRPr b="1" i="0" sz="2400" u="none" cap="none" strike="noStrike">
                <a:solidFill>
                  <a:srgbClr val="203232"/>
                </a:solidFill>
                <a:latin typeface="Arial"/>
                <a:ea typeface="Arial"/>
                <a:cs typeface="Arial"/>
                <a:sym typeface="Arial"/>
              </a:defRPr>
            </a:lvl1pPr>
            <a:lvl2pPr indent="-228600" lvl="1" marL="914400" marR="0" rtl="0" algn="l">
              <a:lnSpc>
                <a:spcPct val="120000"/>
              </a:lnSpc>
              <a:spcBef>
                <a:spcPts val="992"/>
              </a:spcBef>
              <a:spcAft>
                <a:spcPts val="0"/>
              </a:spcAft>
              <a:buClr>
                <a:srgbClr val="203232"/>
              </a:buClr>
              <a:buSzPts val="2400"/>
              <a:buFont typeface="Arial"/>
              <a:buNone/>
              <a:defRPr b="0" i="0" sz="2400" u="none" cap="none" strike="noStrike">
                <a:solidFill>
                  <a:srgbClr val="203232"/>
                </a:solidFill>
                <a:latin typeface="Arial"/>
                <a:ea typeface="Arial"/>
                <a:cs typeface="Arial"/>
                <a:sym typeface="Arial"/>
              </a:defRPr>
            </a:lvl2pPr>
            <a:lvl3pPr indent="-381000" lvl="2" marL="1371600" marR="0" rtl="0" algn="l">
              <a:lnSpc>
                <a:spcPct val="120000"/>
              </a:lnSpc>
              <a:spcBef>
                <a:spcPts val="992"/>
              </a:spcBef>
              <a:spcAft>
                <a:spcPts val="0"/>
              </a:spcAft>
              <a:buClr>
                <a:srgbClr val="203232"/>
              </a:buClr>
              <a:buSzPts val="2400"/>
              <a:buFont typeface="Arial"/>
              <a:buChar char="■"/>
              <a:defRPr b="0" i="0" sz="2400" u="none" cap="none" strike="noStrike">
                <a:solidFill>
                  <a:srgbClr val="203232"/>
                </a:solidFill>
                <a:latin typeface="Arial"/>
                <a:ea typeface="Arial"/>
                <a:cs typeface="Arial"/>
                <a:sym typeface="Arial"/>
              </a:defRPr>
            </a:lvl3pPr>
            <a:lvl4pPr indent="-228600" lvl="3" marL="1828800" marR="0" rtl="0" algn="l">
              <a:lnSpc>
                <a:spcPct val="120000"/>
              </a:lnSpc>
              <a:spcBef>
                <a:spcPts val="992"/>
              </a:spcBef>
              <a:spcAft>
                <a:spcPts val="0"/>
              </a:spcAft>
              <a:buClr>
                <a:srgbClr val="203232"/>
              </a:buClr>
              <a:buSzPts val="1800"/>
              <a:buFont typeface="Arial"/>
              <a:buNone/>
              <a:defRPr b="0" i="0" sz="1800" u="none" cap="none" strike="noStrike">
                <a:solidFill>
                  <a:srgbClr val="203232"/>
                </a:solidFill>
                <a:latin typeface="Arial"/>
                <a:ea typeface="Arial"/>
                <a:cs typeface="Arial"/>
                <a:sym typeface="Arial"/>
              </a:defRPr>
            </a:lvl4pPr>
            <a:lvl5pPr indent="-228600" lvl="4" marL="2286000" marR="0" rtl="0" algn="l">
              <a:lnSpc>
                <a:spcPct val="120000"/>
              </a:lnSpc>
              <a:spcBef>
                <a:spcPts val="0"/>
              </a:spcBef>
              <a:spcAft>
                <a:spcPts val="0"/>
              </a:spcAft>
              <a:buClr>
                <a:srgbClr val="203232"/>
              </a:buClr>
              <a:buSzPts val="1800"/>
              <a:buFont typeface="Arial"/>
              <a:buNone/>
              <a:defRPr b="1" i="0" sz="1800" u="none" cap="none" strike="noStrike">
                <a:solidFill>
                  <a:srgbClr val="203232"/>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1"/>
          <p:cNvSpPr txBox="1"/>
          <p:nvPr>
            <p:ph idx="11" type="ftr"/>
          </p:nvPr>
        </p:nvSpPr>
        <p:spPr>
          <a:xfrm>
            <a:off x="970139" y="775255"/>
            <a:ext cx="7176911" cy="230832"/>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1500" u="none" cap="none" strike="noStrike">
                <a:solidFill>
                  <a:srgbClr val="8A8D8D"/>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1"/>
          <p:cNvSpPr txBox="1"/>
          <p:nvPr>
            <p:ph idx="12" type="sldNum"/>
          </p:nvPr>
        </p:nvSpPr>
        <p:spPr>
          <a:xfrm>
            <a:off x="9821333" y="783355"/>
            <a:ext cx="1400528" cy="230832"/>
          </a:xfrm>
          <a:prstGeom prst="rect">
            <a:avLst/>
          </a:prstGeom>
          <a:noFill/>
          <a:ln>
            <a:noFill/>
          </a:ln>
        </p:spPr>
        <p:txBody>
          <a:bodyPr anchorCtr="0" anchor="t" bIns="0" lIns="0" spcFirstLastPara="1" rIns="0" wrap="square" tIns="0">
            <a:spAutoFit/>
          </a:bodyPr>
          <a:lstStyle>
            <a:lvl1pPr indent="0" lvl="0" marL="0" marR="0" rtl="0" algn="r">
              <a:spcBef>
                <a:spcPts val="0"/>
              </a:spcBef>
              <a:buNone/>
              <a:defRPr b="1" i="0" sz="1500" u="none" cap="none" strike="noStrike">
                <a:solidFill>
                  <a:srgbClr val="8A8D8D"/>
                </a:solidFill>
                <a:latin typeface="Arial"/>
                <a:ea typeface="Arial"/>
                <a:cs typeface="Arial"/>
                <a:sym typeface="Arial"/>
              </a:defRPr>
            </a:lvl1pPr>
            <a:lvl2pPr indent="0" lvl="1" marL="0" marR="0" rtl="0" algn="r">
              <a:spcBef>
                <a:spcPts val="0"/>
              </a:spcBef>
              <a:buNone/>
              <a:defRPr b="1" i="0" sz="1500" u="none" cap="none" strike="noStrike">
                <a:solidFill>
                  <a:srgbClr val="8A8D8D"/>
                </a:solidFill>
                <a:latin typeface="Arial"/>
                <a:ea typeface="Arial"/>
                <a:cs typeface="Arial"/>
                <a:sym typeface="Arial"/>
              </a:defRPr>
            </a:lvl2pPr>
            <a:lvl3pPr indent="0" lvl="2" marL="0" marR="0" rtl="0" algn="r">
              <a:spcBef>
                <a:spcPts val="0"/>
              </a:spcBef>
              <a:buNone/>
              <a:defRPr b="1" i="0" sz="1500" u="none" cap="none" strike="noStrike">
                <a:solidFill>
                  <a:srgbClr val="8A8D8D"/>
                </a:solidFill>
                <a:latin typeface="Arial"/>
                <a:ea typeface="Arial"/>
                <a:cs typeface="Arial"/>
                <a:sym typeface="Arial"/>
              </a:defRPr>
            </a:lvl3pPr>
            <a:lvl4pPr indent="0" lvl="3" marL="0" marR="0" rtl="0" algn="r">
              <a:spcBef>
                <a:spcPts val="0"/>
              </a:spcBef>
              <a:buNone/>
              <a:defRPr b="1" i="0" sz="1500" u="none" cap="none" strike="noStrike">
                <a:solidFill>
                  <a:srgbClr val="8A8D8D"/>
                </a:solidFill>
                <a:latin typeface="Arial"/>
                <a:ea typeface="Arial"/>
                <a:cs typeface="Arial"/>
                <a:sym typeface="Arial"/>
              </a:defRPr>
            </a:lvl4pPr>
            <a:lvl5pPr indent="0" lvl="4" marL="0" marR="0" rtl="0" algn="r">
              <a:spcBef>
                <a:spcPts val="0"/>
              </a:spcBef>
              <a:buNone/>
              <a:defRPr b="1" i="0" sz="1500" u="none" cap="none" strike="noStrike">
                <a:solidFill>
                  <a:srgbClr val="8A8D8D"/>
                </a:solidFill>
                <a:latin typeface="Arial"/>
                <a:ea typeface="Arial"/>
                <a:cs typeface="Arial"/>
                <a:sym typeface="Arial"/>
              </a:defRPr>
            </a:lvl5pPr>
            <a:lvl6pPr indent="0" lvl="5" marL="0" marR="0" rtl="0" algn="r">
              <a:spcBef>
                <a:spcPts val="0"/>
              </a:spcBef>
              <a:buNone/>
              <a:defRPr b="1" i="0" sz="1500" u="none" cap="none" strike="noStrike">
                <a:solidFill>
                  <a:srgbClr val="8A8D8D"/>
                </a:solidFill>
                <a:latin typeface="Arial"/>
                <a:ea typeface="Arial"/>
                <a:cs typeface="Arial"/>
                <a:sym typeface="Arial"/>
              </a:defRPr>
            </a:lvl6pPr>
            <a:lvl7pPr indent="0" lvl="6" marL="0" marR="0" rtl="0" algn="r">
              <a:spcBef>
                <a:spcPts val="0"/>
              </a:spcBef>
              <a:buNone/>
              <a:defRPr b="1" i="0" sz="1500" u="none" cap="none" strike="noStrike">
                <a:solidFill>
                  <a:srgbClr val="8A8D8D"/>
                </a:solidFill>
                <a:latin typeface="Arial"/>
                <a:ea typeface="Arial"/>
                <a:cs typeface="Arial"/>
                <a:sym typeface="Arial"/>
              </a:defRPr>
            </a:lvl7pPr>
            <a:lvl8pPr indent="0" lvl="7" marL="0" marR="0" rtl="0" algn="r">
              <a:spcBef>
                <a:spcPts val="0"/>
              </a:spcBef>
              <a:buNone/>
              <a:defRPr b="1" i="0" sz="1500" u="none" cap="none" strike="noStrike">
                <a:solidFill>
                  <a:srgbClr val="8A8D8D"/>
                </a:solidFill>
                <a:latin typeface="Arial"/>
                <a:ea typeface="Arial"/>
                <a:cs typeface="Arial"/>
                <a:sym typeface="Arial"/>
              </a:defRPr>
            </a:lvl8pPr>
            <a:lvl9pPr indent="0" lvl="8" marL="0" marR="0" rtl="0" algn="r">
              <a:spcBef>
                <a:spcPts val="0"/>
              </a:spcBef>
              <a:buNone/>
              <a:defRPr b="1" i="0" sz="1500" u="none" cap="none" strike="noStrike">
                <a:solidFill>
                  <a:srgbClr val="8A8D8D"/>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3840">
          <p15:clr>
            <a:srgbClr val="F26B43"/>
          </p15:clr>
        </p15:guide>
        <p15:guide id="2" pos="604">
          <p15:clr>
            <a:srgbClr val="F26B43"/>
          </p15:clr>
        </p15:guide>
        <p15:guide id="3" pos="7076">
          <p15:clr>
            <a:srgbClr val="F26B43"/>
          </p15:clr>
        </p15:guide>
        <p15:guide id="4" orient="horz" pos="2160">
          <p15:clr>
            <a:srgbClr val="F26B43"/>
          </p15:clr>
        </p15:guide>
        <p15:guide id="5" orient="horz">
          <p15:clr>
            <a:srgbClr val="F26B43"/>
          </p15:clr>
        </p15:guide>
        <p15:guide id="6" orient="horz" pos="604">
          <p15:clr>
            <a:srgbClr val="F26B43"/>
          </p15:clr>
        </p15:guide>
        <p15:guide id="7" orient="horz" pos="3712">
          <p15:clr>
            <a:srgbClr val="F26B43"/>
          </p15:clr>
        </p15:guide>
        <p15:guide id="8" orient="horz" pos="118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8" name="Shape 88"/>
        <p:cNvGrpSpPr/>
        <p:nvPr/>
      </p:nvGrpSpPr>
      <p:grpSpPr>
        <a:xfrm>
          <a:off x="0" y="0"/>
          <a:ext cx="0" cy="0"/>
          <a:chOff x="0" y="0"/>
          <a:chExt cx="0" cy="0"/>
        </a:xfrm>
      </p:grpSpPr>
      <p:sp>
        <p:nvSpPr>
          <p:cNvPr id="89" name="Google Shape;89;p15"/>
          <p:cNvSpPr txBox="1"/>
          <p:nvPr>
            <p:ph type="ctrTitle"/>
          </p:nvPr>
        </p:nvSpPr>
        <p:spPr>
          <a:xfrm>
            <a:off x="953999" y="2579715"/>
            <a:ext cx="10031157" cy="2160000"/>
          </a:xfrm>
          <a:prstGeom prst="rect">
            <a:avLst/>
          </a:prstGeom>
          <a:noFill/>
          <a:ln>
            <a:noFill/>
          </a:ln>
        </p:spPr>
        <p:txBody>
          <a:bodyPr anchorCtr="0" anchor="t" bIns="0" lIns="0" spcFirstLastPara="1" rIns="0" wrap="square" tIns="0">
            <a:normAutofit fontScale="90000"/>
          </a:bodyPr>
          <a:lstStyle/>
          <a:p>
            <a:pPr indent="0" lvl="0" marL="0" rtl="0" algn="l">
              <a:lnSpc>
                <a:spcPct val="106666"/>
              </a:lnSpc>
              <a:spcBef>
                <a:spcPts val="0"/>
              </a:spcBef>
              <a:spcAft>
                <a:spcPts val="0"/>
              </a:spcAft>
              <a:buClr>
                <a:schemeClr val="lt1"/>
              </a:buClr>
              <a:buSzPct val="93750"/>
              <a:buFont typeface="Arial"/>
              <a:buNone/>
            </a:pPr>
            <a:r>
              <a:rPr lang="en-GB"/>
              <a:t>Research Question – </a:t>
            </a:r>
            <a:br>
              <a:rPr lang="en-GB"/>
            </a:br>
            <a:r>
              <a:rPr lang="en-GB" sz="4000"/>
              <a:t>Tutorial Presentation for Feedback</a:t>
            </a:r>
            <a:br>
              <a:rPr lang="en-GB" sz="4000"/>
            </a:br>
            <a:r>
              <a:rPr lang="en-GB" sz="2200"/>
              <a:t>Date: 24 - 11 - 2025</a:t>
            </a:r>
            <a:endParaRPr sz="8000"/>
          </a:p>
        </p:txBody>
      </p:sp>
      <p:sp>
        <p:nvSpPr>
          <p:cNvPr id="90" name="Google Shape;90;p15"/>
          <p:cNvSpPr txBox="1"/>
          <p:nvPr>
            <p:ph idx="1" type="subTitle"/>
          </p:nvPr>
        </p:nvSpPr>
        <p:spPr>
          <a:xfrm>
            <a:off x="965205" y="1867588"/>
            <a:ext cx="10176833" cy="371205"/>
          </a:xfrm>
          <a:prstGeom prst="rect">
            <a:avLst/>
          </a:prstGeom>
          <a:noFill/>
          <a:ln>
            <a:noFill/>
          </a:ln>
        </p:spPr>
        <p:txBody>
          <a:bodyPr anchorCtr="0" anchor="t" bIns="0" lIns="0" spcFirstLastPara="1" rIns="0" wrap="square" tIns="0">
            <a:noAutofit/>
          </a:bodyPr>
          <a:lstStyle/>
          <a:p>
            <a:pPr indent="0" lvl="0" marL="0" rtl="0" algn="l">
              <a:lnSpc>
                <a:spcPct val="144000"/>
              </a:lnSpc>
              <a:spcBef>
                <a:spcPts val="0"/>
              </a:spcBef>
              <a:spcAft>
                <a:spcPts val="0"/>
              </a:spcAft>
              <a:buClr>
                <a:schemeClr val="lt1"/>
              </a:buClr>
              <a:buSzPts val="2000"/>
              <a:buNone/>
            </a:pPr>
            <a:r>
              <a:rPr lang="en-GB" sz="2000"/>
              <a:t>Group Name: A 104                                                            Name of Student Presenting: Faraaz Malik</a:t>
            </a:r>
            <a:endParaRPr/>
          </a:p>
        </p:txBody>
      </p:sp>
      <p:sp>
        <p:nvSpPr>
          <p:cNvPr id="91" name="Google Shape;91;p15"/>
          <p:cNvSpPr txBox="1"/>
          <p:nvPr>
            <p:ph idx="11" type="ftr"/>
          </p:nvPr>
        </p:nvSpPr>
        <p:spPr>
          <a:xfrm>
            <a:off x="965289" y="274320"/>
            <a:ext cx="10455567" cy="736245"/>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a:t>7COM1079-2025  Student Group No: A 104              Names of Student Attendees  (all group should attend to get feedback):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6"/>
          <p:cNvSpPr txBox="1"/>
          <p:nvPr>
            <p:ph idx="1" type="subTitle"/>
          </p:nvPr>
        </p:nvSpPr>
        <p:spPr>
          <a:xfrm>
            <a:off x="965289" y="1147638"/>
            <a:ext cx="9753625" cy="432537"/>
          </a:xfrm>
          <a:prstGeom prst="rect">
            <a:avLst/>
          </a:prstGeom>
          <a:noFill/>
          <a:ln>
            <a:noFill/>
          </a:ln>
        </p:spPr>
        <p:txBody>
          <a:bodyPr anchorCtr="0" anchor="t" bIns="0" lIns="0" spcFirstLastPara="1" rIns="0" wrap="square" tIns="0">
            <a:noAutofit/>
          </a:bodyPr>
          <a:lstStyle/>
          <a:p>
            <a:pPr indent="0" lvl="0" marL="0" rtl="0" algn="l">
              <a:lnSpc>
                <a:spcPct val="80000"/>
              </a:lnSpc>
              <a:spcBef>
                <a:spcPts val="0"/>
              </a:spcBef>
              <a:spcAft>
                <a:spcPts val="0"/>
              </a:spcAft>
              <a:buClr>
                <a:srgbClr val="203232"/>
              </a:buClr>
              <a:buSzPts val="3600"/>
              <a:buNone/>
            </a:pPr>
            <a:r>
              <a:rPr lang="en-GB">
                <a:solidFill>
                  <a:srgbClr val="203232"/>
                </a:solidFill>
              </a:rPr>
              <a:t>Here is a sample of our dataset: </a:t>
            </a:r>
            <a:endParaRPr sz="1800">
              <a:solidFill>
                <a:srgbClr val="FF0000"/>
              </a:solidFill>
            </a:endParaRPr>
          </a:p>
        </p:txBody>
      </p:sp>
      <p:sp>
        <p:nvSpPr>
          <p:cNvPr id="98" name="Google Shape;98;p16"/>
          <p:cNvSpPr txBox="1"/>
          <p:nvPr>
            <p:ph idx="11" type="ftr"/>
          </p:nvPr>
        </p:nvSpPr>
        <p:spPr>
          <a:xfrm>
            <a:off x="965289" y="791022"/>
            <a:ext cx="7176911" cy="230832"/>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a:t>PRE 7COM1079-2025  Student Group No:  A 104</a:t>
            </a:r>
            <a:endParaRPr/>
          </a:p>
        </p:txBody>
      </p:sp>
      <p:sp>
        <p:nvSpPr>
          <p:cNvPr id="99" name="Google Shape;99;p16"/>
          <p:cNvSpPr txBox="1"/>
          <p:nvPr>
            <p:ph idx="12" type="sldNum"/>
          </p:nvPr>
        </p:nvSpPr>
        <p:spPr>
          <a:xfrm>
            <a:off x="10616400" y="791022"/>
            <a:ext cx="622800" cy="230832"/>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en-GB"/>
              <a:t>2</a:t>
            </a:r>
            <a:endParaRPr/>
          </a:p>
        </p:txBody>
      </p:sp>
      <p:sp>
        <p:nvSpPr>
          <p:cNvPr id="100" name="Google Shape;100;p16"/>
          <p:cNvSpPr txBox="1"/>
          <p:nvPr>
            <p:ph type="ctrTitle"/>
          </p:nvPr>
        </p:nvSpPr>
        <p:spPr>
          <a:xfrm>
            <a:off x="964884" y="1585594"/>
            <a:ext cx="9965844" cy="3983355"/>
          </a:xfrm>
          <a:prstGeom prst="rect">
            <a:avLst/>
          </a:prstGeom>
          <a:noFill/>
          <a:ln>
            <a:noFill/>
          </a:ln>
        </p:spPr>
        <p:txBody>
          <a:bodyPr anchorCtr="0" anchor="t" bIns="0" lIns="0" spcFirstLastPara="1" rIns="0" wrap="square" tIns="0">
            <a:noAutofit/>
          </a:bodyPr>
          <a:lstStyle/>
          <a:p>
            <a:pPr indent="-742950" lvl="0" marL="742950" rtl="0" algn="l">
              <a:lnSpc>
                <a:spcPct val="130909"/>
              </a:lnSpc>
              <a:spcBef>
                <a:spcPts val="0"/>
              </a:spcBef>
              <a:spcAft>
                <a:spcPts val="0"/>
              </a:spcAft>
              <a:buClr>
                <a:srgbClr val="FF0000"/>
              </a:buClr>
              <a:buSzPts val="2200"/>
              <a:buFont typeface="Arial"/>
              <a:buAutoNum type="arabicPeriod"/>
            </a:pPr>
            <a:r>
              <a:rPr lang="en-GB" sz="2200">
                <a:solidFill>
                  <a:srgbClr val="FF0000"/>
                </a:solidFill>
              </a:rPr>
              <a:t>Variables included in our research question: </a:t>
            </a:r>
            <a:r>
              <a:rPr lang="en-GB" sz="2200"/>
              <a:t>Occupation</a:t>
            </a:r>
            <a:r>
              <a:rPr lang="en-GB" sz="2200">
                <a:solidFill>
                  <a:srgbClr val="203232"/>
                </a:solidFill>
              </a:rPr>
              <a:t>, Stress Level</a:t>
            </a:r>
            <a:endParaRPr sz="2200"/>
          </a:p>
          <a:p>
            <a:pPr indent="-742950" lvl="0" marL="742950" rtl="0" algn="l">
              <a:lnSpc>
                <a:spcPct val="130909"/>
              </a:lnSpc>
              <a:spcBef>
                <a:spcPts val="992"/>
              </a:spcBef>
              <a:spcAft>
                <a:spcPts val="0"/>
              </a:spcAft>
              <a:buClr>
                <a:srgbClr val="FF0000"/>
              </a:buClr>
              <a:buSzPts val="2200"/>
              <a:buFont typeface="Arial"/>
              <a:buAutoNum type="arabicPeriod"/>
            </a:pPr>
            <a:r>
              <a:rPr lang="en-GB" sz="2200">
                <a:solidFill>
                  <a:srgbClr val="FF0000"/>
                </a:solidFill>
              </a:rPr>
              <a:t>5 rows of the dataset</a:t>
            </a:r>
            <a:br>
              <a:rPr lang="en-GB" sz="2200"/>
            </a:br>
            <a:br>
              <a:rPr lang="en-GB" sz="2200"/>
            </a:br>
            <a:br>
              <a:rPr lang="en-GB" sz="2200"/>
            </a:br>
            <a:br>
              <a:rPr lang="en-GB" sz="2200"/>
            </a:br>
            <a:br>
              <a:rPr lang="en-GB" sz="2200"/>
            </a:br>
            <a:br>
              <a:rPr lang="en-GB" sz="2200"/>
            </a:br>
            <a:br>
              <a:rPr lang="en-GB" sz="2200"/>
            </a:br>
            <a:endParaRPr sz="2200">
              <a:solidFill>
                <a:srgbClr val="FF0000"/>
              </a:solidFill>
            </a:endParaRPr>
          </a:p>
          <a:p>
            <a:pPr indent="-742950" lvl="0" marL="742950" rtl="0" algn="l">
              <a:lnSpc>
                <a:spcPct val="130909"/>
              </a:lnSpc>
              <a:spcBef>
                <a:spcPts val="992"/>
              </a:spcBef>
              <a:spcAft>
                <a:spcPts val="0"/>
              </a:spcAft>
              <a:buClr>
                <a:srgbClr val="FF0000"/>
              </a:buClr>
              <a:buSzPts val="2200"/>
              <a:buFont typeface="Arial"/>
              <a:buAutoNum type="arabicPeriod"/>
            </a:pPr>
            <a:r>
              <a:rPr lang="en-GB" sz="2200">
                <a:solidFill>
                  <a:srgbClr val="FF0000"/>
                </a:solidFill>
              </a:rPr>
              <a:t>Our dataset has a total of </a:t>
            </a:r>
            <a:r>
              <a:rPr lang="en-GB" sz="2200">
                <a:solidFill>
                  <a:srgbClr val="203232"/>
                </a:solidFill>
              </a:rPr>
              <a:t>374</a:t>
            </a:r>
            <a:r>
              <a:rPr lang="en-GB" sz="2200">
                <a:solidFill>
                  <a:srgbClr val="FF0000"/>
                </a:solidFill>
              </a:rPr>
              <a:t> rows and </a:t>
            </a:r>
            <a:r>
              <a:rPr lang="en-GB" sz="2200">
                <a:solidFill>
                  <a:srgbClr val="203232"/>
                </a:solidFill>
              </a:rPr>
              <a:t>13</a:t>
            </a:r>
            <a:r>
              <a:rPr lang="en-GB" sz="2200">
                <a:solidFill>
                  <a:srgbClr val="FF0000"/>
                </a:solidFill>
              </a:rPr>
              <a:t> columns.</a:t>
            </a:r>
            <a:endParaRPr/>
          </a:p>
          <a:p>
            <a:pPr indent="0" lvl="0" marL="0" rtl="0" algn="l">
              <a:lnSpc>
                <a:spcPct val="333333"/>
              </a:lnSpc>
              <a:spcBef>
                <a:spcPts val="992"/>
              </a:spcBef>
              <a:spcAft>
                <a:spcPts val="0"/>
              </a:spcAft>
              <a:buClr>
                <a:schemeClr val="dk1"/>
              </a:buClr>
              <a:buSzPts val="2400"/>
              <a:buFont typeface="Arial"/>
              <a:buNone/>
            </a:pPr>
            <a:r>
              <a:t/>
            </a:r>
            <a:endParaRPr sz="2400">
              <a:solidFill>
                <a:srgbClr val="FF0000"/>
              </a:solidFill>
            </a:endParaRPr>
          </a:p>
        </p:txBody>
      </p:sp>
      <p:graphicFrame>
        <p:nvGraphicFramePr>
          <p:cNvPr id="101" name="Google Shape;101;p16"/>
          <p:cNvGraphicFramePr/>
          <p:nvPr/>
        </p:nvGraphicFramePr>
        <p:xfrm>
          <a:off x="963706" y="2465294"/>
          <a:ext cx="3000000" cy="3000000"/>
        </p:xfrm>
        <a:graphic>
          <a:graphicData uri="http://schemas.openxmlformats.org/drawingml/2006/table">
            <a:tbl>
              <a:tblPr bandRow="1" firstRow="1">
                <a:noFill/>
                <a:tableStyleId>{94A77968-CC03-466F-805F-32AFCF41EF97}</a:tableStyleId>
              </a:tblPr>
              <a:tblGrid>
                <a:gridCol w="731625"/>
                <a:gridCol w="731625"/>
                <a:gridCol w="496950"/>
                <a:gridCol w="1559900"/>
                <a:gridCol w="855850"/>
                <a:gridCol w="704025"/>
                <a:gridCol w="814450"/>
                <a:gridCol w="662600"/>
                <a:gridCol w="850975"/>
                <a:gridCol w="855875"/>
                <a:gridCol w="779075"/>
                <a:gridCol w="702475"/>
                <a:gridCol w="1118150"/>
              </a:tblGrid>
              <a:tr h="693575">
                <a:tc>
                  <a:txBody>
                    <a:bodyPr/>
                    <a:lstStyle/>
                    <a:p>
                      <a:pPr indent="0" lvl="0" marL="0" marR="0" rtl="0" algn="l">
                        <a:spcBef>
                          <a:spcPts val="0"/>
                        </a:spcBef>
                        <a:spcAft>
                          <a:spcPts val="0"/>
                        </a:spcAft>
                        <a:buNone/>
                      </a:pPr>
                      <a:r>
                        <a:rPr b="1" lang="en-GB" sz="1200" u="none" cap="none" strike="noStrike"/>
                        <a:t>Person ID</a:t>
                      </a:r>
                      <a:endParaRPr/>
                    </a:p>
                  </a:txBody>
                  <a:tcPr marT="45725" marB="45725" marR="91450" marL="91450"/>
                </a:tc>
                <a:tc>
                  <a:txBody>
                    <a:bodyPr/>
                    <a:lstStyle/>
                    <a:p>
                      <a:pPr indent="0" lvl="0" marL="0" marR="0" rtl="0" algn="l">
                        <a:spcBef>
                          <a:spcPts val="0"/>
                        </a:spcBef>
                        <a:spcAft>
                          <a:spcPts val="0"/>
                        </a:spcAft>
                        <a:buNone/>
                      </a:pPr>
                      <a:r>
                        <a:rPr b="1" lang="en-GB" sz="1200"/>
                        <a:t>Gender</a:t>
                      </a:r>
                      <a:endParaRPr/>
                    </a:p>
                  </a:txBody>
                  <a:tcPr marT="45725" marB="45725" marR="91450" marL="91450"/>
                </a:tc>
                <a:tc>
                  <a:txBody>
                    <a:bodyPr/>
                    <a:lstStyle/>
                    <a:p>
                      <a:pPr indent="0" lvl="0" marL="0" marR="0" rtl="0" algn="l">
                        <a:spcBef>
                          <a:spcPts val="0"/>
                        </a:spcBef>
                        <a:spcAft>
                          <a:spcPts val="0"/>
                        </a:spcAft>
                        <a:buNone/>
                      </a:pPr>
                      <a:r>
                        <a:rPr b="1" lang="en-GB" sz="1200"/>
                        <a:t>Age</a:t>
                      </a:r>
                      <a:endParaRPr/>
                    </a:p>
                  </a:txBody>
                  <a:tcPr marT="45725" marB="45725" marR="91450" marL="91450"/>
                </a:tc>
                <a:tc>
                  <a:txBody>
                    <a:bodyPr/>
                    <a:lstStyle/>
                    <a:p>
                      <a:pPr indent="0" lvl="0" marL="0" marR="0" rtl="0" algn="l">
                        <a:spcBef>
                          <a:spcPts val="0"/>
                        </a:spcBef>
                        <a:spcAft>
                          <a:spcPts val="0"/>
                        </a:spcAft>
                        <a:buNone/>
                      </a:pPr>
                      <a:r>
                        <a:rPr b="1" lang="en-GB" sz="1200"/>
                        <a:t>Occupation</a:t>
                      </a:r>
                      <a:endParaRPr/>
                    </a:p>
                  </a:txBody>
                  <a:tcPr marT="45725" marB="45725" marR="91450" marL="91450"/>
                </a:tc>
                <a:tc>
                  <a:txBody>
                    <a:bodyPr/>
                    <a:lstStyle/>
                    <a:p>
                      <a:pPr indent="0" lvl="0" marL="0" marR="0" rtl="0" algn="l">
                        <a:spcBef>
                          <a:spcPts val="0"/>
                        </a:spcBef>
                        <a:spcAft>
                          <a:spcPts val="0"/>
                        </a:spcAft>
                        <a:buNone/>
                      </a:pPr>
                      <a:r>
                        <a:rPr b="1" lang="en-GB" sz="1200"/>
                        <a:t>Sleep Duration</a:t>
                      </a:r>
                      <a:endParaRPr/>
                    </a:p>
                  </a:txBody>
                  <a:tcPr marT="45725" marB="45725" marR="91450" marL="91450"/>
                </a:tc>
                <a:tc>
                  <a:txBody>
                    <a:bodyPr/>
                    <a:lstStyle/>
                    <a:p>
                      <a:pPr indent="0" lvl="0" marL="0" marR="0" rtl="0" algn="l">
                        <a:spcBef>
                          <a:spcPts val="0"/>
                        </a:spcBef>
                        <a:spcAft>
                          <a:spcPts val="0"/>
                        </a:spcAft>
                        <a:buNone/>
                      </a:pPr>
                      <a:r>
                        <a:rPr b="1" lang="en-GB" sz="1200"/>
                        <a:t>Quality of Sleep</a:t>
                      </a:r>
                      <a:endParaRPr/>
                    </a:p>
                  </a:txBody>
                  <a:tcPr marT="45725" marB="45725" marR="91450" marL="91450"/>
                </a:tc>
                <a:tc>
                  <a:txBody>
                    <a:bodyPr/>
                    <a:lstStyle/>
                    <a:p>
                      <a:pPr indent="0" lvl="0" marL="0" marR="0" rtl="0" algn="l">
                        <a:spcBef>
                          <a:spcPts val="0"/>
                        </a:spcBef>
                        <a:spcAft>
                          <a:spcPts val="0"/>
                        </a:spcAft>
                        <a:buNone/>
                      </a:pPr>
                      <a:r>
                        <a:rPr b="1" lang="en-GB" sz="1200"/>
                        <a:t>Physical Activity Level</a:t>
                      </a:r>
                      <a:endParaRPr/>
                    </a:p>
                  </a:txBody>
                  <a:tcPr marT="45725" marB="45725" marR="91450" marL="91450"/>
                </a:tc>
                <a:tc>
                  <a:txBody>
                    <a:bodyPr/>
                    <a:lstStyle/>
                    <a:p>
                      <a:pPr indent="0" lvl="0" marL="0" marR="0" rtl="0" algn="l">
                        <a:spcBef>
                          <a:spcPts val="0"/>
                        </a:spcBef>
                        <a:spcAft>
                          <a:spcPts val="0"/>
                        </a:spcAft>
                        <a:buNone/>
                      </a:pPr>
                      <a:r>
                        <a:rPr b="1" lang="en-GB" sz="1200"/>
                        <a:t>Stress Level</a:t>
                      </a:r>
                      <a:endParaRPr/>
                    </a:p>
                  </a:txBody>
                  <a:tcPr marT="45725" marB="45725" marR="91450" marL="91450"/>
                </a:tc>
                <a:tc>
                  <a:txBody>
                    <a:bodyPr/>
                    <a:lstStyle/>
                    <a:p>
                      <a:pPr indent="0" lvl="0" marL="0" marR="0" rtl="0" algn="l">
                        <a:spcBef>
                          <a:spcPts val="0"/>
                        </a:spcBef>
                        <a:spcAft>
                          <a:spcPts val="0"/>
                        </a:spcAft>
                        <a:buNone/>
                      </a:pPr>
                      <a:r>
                        <a:rPr b="1" lang="en-GB" sz="1200"/>
                        <a:t>BMI Category</a:t>
                      </a:r>
                      <a:endParaRPr/>
                    </a:p>
                  </a:txBody>
                  <a:tcPr marT="45725" marB="45725" marR="91450" marL="91450"/>
                </a:tc>
                <a:tc>
                  <a:txBody>
                    <a:bodyPr/>
                    <a:lstStyle/>
                    <a:p>
                      <a:pPr indent="0" lvl="0" marL="0" marR="0" rtl="0" algn="l">
                        <a:spcBef>
                          <a:spcPts val="0"/>
                        </a:spcBef>
                        <a:spcAft>
                          <a:spcPts val="0"/>
                        </a:spcAft>
                        <a:buNone/>
                      </a:pPr>
                      <a:r>
                        <a:rPr b="1" lang="en-GB" sz="1200"/>
                        <a:t>Blood Pressure</a:t>
                      </a:r>
                      <a:endParaRPr/>
                    </a:p>
                  </a:txBody>
                  <a:tcPr marT="45725" marB="45725" marR="91450" marL="91450"/>
                </a:tc>
                <a:tc>
                  <a:txBody>
                    <a:bodyPr/>
                    <a:lstStyle/>
                    <a:p>
                      <a:pPr indent="0" lvl="0" marL="0" marR="0" rtl="0" algn="l">
                        <a:spcBef>
                          <a:spcPts val="0"/>
                        </a:spcBef>
                        <a:spcAft>
                          <a:spcPts val="0"/>
                        </a:spcAft>
                        <a:buClr>
                          <a:schemeClr val="dk1"/>
                        </a:buClr>
                        <a:buSzPts val="1200"/>
                        <a:buFont typeface="Arial"/>
                        <a:buNone/>
                      </a:pPr>
                      <a:r>
                        <a:rPr b="1" lang="en-GB" sz="1200"/>
                        <a:t>Heart Rate</a:t>
                      </a:r>
                      <a:endParaRPr/>
                    </a:p>
                  </a:txBody>
                  <a:tcPr marT="45725" marB="45725" marR="91450" marL="91450"/>
                </a:tc>
                <a:tc>
                  <a:txBody>
                    <a:bodyPr/>
                    <a:lstStyle/>
                    <a:p>
                      <a:pPr indent="0" lvl="0" marL="0" marR="0" rtl="0" algn="l">
                        <a:spcBef>
                          <a:spcPts val="0"/>
                        </a:spcBef>
                        <a:spcAft>
                          <a:spcPts val="0"/>
                        </a:spcAft>
                        <a:buClr>
                          <a:schemeClr val="dk1"/>
                        </a:buClr>
                        <a:buSzPts val="1200"/>
                        <a:buFont typeface="Arial"/>
                        <a:buNone/>
                      </a:pPr>
                      <a:r>
                        <a:rPr b="1" lang="en-GB" sz="1200"/>
                        <a:t>Daily Steps</a:t>
                      </a:r>
                      <a:endParaRPr/>
                    </a:p>
                  </a:txBody>
                  <a:tcPr marT="45725" marB="45725" marR="91450" marL="91450"/>
                </a:tc>
                <a:tc>
                  <a:txBody>
                    <a:bodyPr/>
                    <a:lstStyle/>
                    <a:p>
                      <a:pPr indent="0" lvl="0" marL="0" marR="0" rtl="0" algn="l">
                        <a:spcBef>
                          <a:spcPts val="0"/>
                        </a:spcBef>
                        <a:spcAft>
                          <a:spcPts val="0"/>
                        </a:spcAft>
                        <a:buClr>
                          <a:schemeClr val="dk1"/>
                        </a:buClr>
                        <a:buSzPts val="1200"/>
                        <a:buFont typeface="Arial"/>
                        <a:buNone/>
                      </a:pPr>
                      <a:r>
                        <a:rPr b="1" lang="en-GB" sz="1200"/>
                        <a:t>Sleep Disorder</a:t>
                      </a:r>
                      <a:endParaRPr/>
                    </a:p>
                  </a:txBody>
                  <a:tcPr marT="45725" marB="45725" marR="91450" marL="91450"/>
                </a:tc>
              </a:tr>
              <a:tr h="387925">
                <a:tc>
                  <a:txBody>
                    <a:bodyPr/>
                    <a:lstStyle/>
                    <a:p>
                      <a:pPr indent="0" lvl="0" marL="0" marR="0" rtl="0" algn="l">
                        <a:spcBef>
                          <a:spcPts val="0"/>
                        </a:spcBef>
                        <a:spcAft>
                          <a:spcPts val="0"/>
                        </a:spcAft>
                        <a:buNone/>
                      </a:pPr>
                      <a:r>
                        <a:rPr b="1" lang="en-GB" sz="1200"/>
                        <a:t>1</a:t>
                      </a:r>
                      <a:endParaRPr/>
                    </a:p>
                  </a:txBody>
                  <a:tcPr marT="45725" marB="45725" marR="91450" marL="91450"/>
                </a:tc>
                <a:tc>
                  <a:txBody>
                    <a:bodyPr/>
                    <a:lstStyle/>
                    <a:p>
                      <a:pPr indent="0" lvl="0" marL="0" marR="0" rtl="0" algn="l">
                        <a:spcBef>
                          <a:spcPts val="0"/>
                        </a:spcBef>
                        <a:spcAft>
                          <a:spcPts val="0"/>
                        </a:spcAft>
                        <a:buNone/>
                      </a:pPr>
                      <a:r>
                        <a:rPr b="1" lang="en-GB" sz="1200"/>
                        <a:t>Male</a:t>
                      </a:r>
                      <a:endParaRPr/>
                    </a:p>
                  </a:txBody>
                  <a:tcPr marT="45725" marB="45725" marR="91450" marL="91450"/>
                </a:tc>
                <a:tc>
                  <a:txBody>
                    <a:bodyPr/>
                    <a:lstStyle/>
                    <a:p>
                      <a:pPr indent="0" lvl="0" marL="0" marR="0" rtl="0" algn="l">
                        <a:spcBef>
                          <a:spcPts val="0"/>
                        </a:spcBef>
                        <a:spcAft>
                          <a:spcPts val="0"/>
                        </a:spcAft>
                        <a:buNone/>
                      </a:pPr>
                      <a:r>
                        <a:rPr b="1" lang="en-GB" sz="1200"/>
                        <a:t>27</a:t>
                      </a:r>
                      <a:endParaRPr/>
                    </a:p>
                  </a:txBody>
                  <a:tcPr marT="45725" marB="45725" marR="91450" marL="91450"/>
                </a:tc>
                <a:tc>
                  <a:txBody>
                    <a:bodyPr/>
                    <a:lstStyle/>
                    <a:p>
                      <a:pPr indent="0" lvl="0" marL="0" marR="0" rtl="0" algn="l">
                        <a:spcBef>
                          <a:spcPts val="0"/>
                        </a:spcBef>
                        <a:spcAft>
                          <a:spcPts val="0"/>
                        </a:spcAft>
                        <a:buNone/>
                      </a:pPr>
                      <a:r>
                        <a:rPr b="1" lang="en-GB" sz="1200"/>
                        <a:t>Software Engineer</a:t>
                      </a:r>
                      <a:endParaRPr/>
                    </a:p>
                  </a:txBody>
                  <a:tcPr marT="45725" marB="45725" marR="91450" marL="91450"/>
                </a:tc>
                <a:tc>
                  <a:txBody>
                    <a:bodyPr/>
                    <a:lstStyle/>
                    <a:p>
                      <a:pPr indent="0" lvl="0" marL="0" marR="0" rtl="0" algn="l">
                        <a:spcBef>
                          <a:spcPts val="0"/>
                        </a:spcBef>
                        <a:spcAft>
                          <a:spcPts val="0"/>
                        </a:spcAft>
                        <a:buNone/>
                      </a:pPr>
                      <a:r>
                        <a:rPr b="1" lang="en-GB" sz="1200"/>
                        <a:t>6.1</a:t>
                      </a:r>
                      <a:endParaRPr/>
                    </a:p>
                  </a:txBody>
                  <a:tcPr marT="45725" marB="45725" marR="91450" marL="91450"/>
                </a:tc>
                <a:tc>
                  <a:txBody>
                    <a:bodyPr/>
                    <a:lstStyle/>
                    <a:p>
                      <a:pPr indent="0" lvl="0" marL="0" marR="0" rtl="0" algn="l">
                        <a:spcBef>
                          <a:spcPts val="0"/>
                        </a:spcBef>
                        <a:spcAft>
                          <a:spcPts val="0"/>
                        </a:spcAft>
                        <a:buNone/>
                      </a:pPr>
                      <a:r>
                        <a:rPr b="1" lang="en-GB" sz="1200"/>
                        <a:t>6</a:t>
                      </a:r>
                      <a:endParaRPr/>
                    </a:p>
                  </a:txBody>
                  <a:tcPr marT="45725" marB="45725" marR="91450" marL="91450"/>
                </a:tc>
                <a:tc>
                  <a:txBody>
                    <a:bodyPr/>
                    <a:lstStyle/>
                    <a:p>
                      <a:pPr indent="0" lvl="0" marL="0" marR="0" rtl="0" algn="l">
                        <a:spcBef>
                          <a:spcPts val="0"/>
                        </a:spcBef>
                        <a:spcAft>
                          <a:spcPts val="0"/>
                        </a:spcAft>
                        <a:buNone/>
                      </a:pPr>
                      <a:r>
                        <a:rPr b="1" lang="en-GB" sz="1200"/>
                        <a:t>42</a:t>
                      </a:r>
                      <a:endParaRPr/>
                    </a:p>
                  </a:txBody>
                  <a:tcPr marT="45725" marB="45725" marR="91450" marL="91450"/>
                </a:tc>
                <a:tc>
                  <a:txBody>
                    <a:bodyPr/>
                    <a:lstStyle/>
                    <a:p>
                      <a:pPr indent="0" lvl="0" marL="0" marR="0" rtl="0" algn="l">
                        <a:spcBef>
                          <a:spcPts val="0"/>
                        </a:spcBef>
                        <a:spcAft>
                          <a:spcPts val="0"/>
                        </a:spcAft>
                        <a:buNone/>
                      </a:pPr>
                      <a:r>
                        <a:rPr b="1" lang="en-GB" sz="1200"/>
                        <a:t>6</a:t>
                      </a:r>
                      <a:endParaRPr/>
                    </a:p>
                  </a:txBody>
                  <a:tcPr marT="45725" marB="45725" marR="91450" marL="91450"/>
                </a:tc>
                <a:tc>
                  <a:txBody>
                    <a:bodyPr/>
                    <a:lstStyle/>
                    <a:p>
                      <a:pPr indent="0" lvl="0" marL="0" marR="0" rtl="0" algn="l">
                        <a:spcBef>
                          <a:spcPts val="0"/>
                        </a:spcBef>
                        <a:spcAft>
                          <a:spcPts val="0"/>
                        </a:spcAft>
                        <a:buNone/>
                      </a:pPr>
                      <a:r>
                        <a:rPr b="1" lang="en-GB" sz="1200"/>
                        <a:t>Over-weight</a:t>
                      </a:r>
                      <a:endParaRPr/>
                    </a:p>
                  </a:txBody>
                  <a:tcPr marT="45725" marB="45725" marR="91450" marL="91450"/>
                </a:tc>
                <a:tc>
                  <a:txBody>
                    <a:bodyPr/>
                    <a:lstStyle/>
                    <a:p>
                      <a:pPr indent="0" lvl="0" marL="0" marR="0" rtl="0" algn="l">
                        <a:spcBef>
                          <a:spcPts val="0"/>
                        </a:spcBef>
                        <a:spcAft>
                          <a:spcPts val="0"/>
                        </a:spcAft>
                        <a:buClr>
                          <a:schemeClr val="dk1"/>
                        </a:buClr>
                        <a:buSzPts val="1200"/>
                        <a:buFont typeface="Arial"/>
                        <a:buNone/>
                      </a:pPr>
                      <a:r>
                        <a:rPr b="1" lang="en-GB" sz="1200"/>
                        <a:t>126/83</a:t>
                      </a:r>
                      <a:endParaRPr/>
                    </a:p>
                  </a:txBody>
                  <a:tcPr marT="45725" marB="45725" marR="91450" marL="91450"/>
                </a:tc>
                <a:tc>
                  <a:txBody>
                    <a:bodyPr/>
                    <a:lstStyle/>
                    <a:p>
                      <a:pPr indent="0" lvl="0" marL="0" marR="0" rtl="0" algn="l">
                        <a:spcBef>
                          <a:spcPts val="0"/>
                        </a:spcBef>
                        <a:spcAft>
                          <a:spcPts val="0"/>
                        </a:spcAft>
                        <a:buClr>
                          <a:schemeClr val="dk1"/>
                        </a:buClr>
                        <a:buSzPts val="1200"/>
                        <a:buFont typeface="Arial"/>
                        <a:buNone/>
                      </a:pPr>
                      <a:r>
                        <a:rPr b="1" lang="en-GB" sz="1200"/>
                        <a:t>77</a:t>
                      </a:r>
                      <a:endParaRPr/>
                    </a:p>
                  </a:txBody>
                  <a:tcPr marT="45725" marB="45725" marR="91450" marL="91450"/>
                </a:tc>
                <a:tc>
                  <a:txBody>
                    <a:bodyPr/>
                    <a:lstStyle/>
                    <a:p>
                      <a:pPr indent="0" lvl="0" marL="0" marR="0" rtl="0" algn="l">
                        <a:spcBef>
                          <a:spcPts val="0"/>
                        </a:spcBef>
                        <a:spcAft>
                          <a:spcPts val="0"/>
                        </a:spcAft>
                        <a:buClr>
                          <a:schemeClr val="dk1"/>
                        </a:buClr>
                        <a:buSzPts val="1200"/>
                        <a:buFont typeface="Arial"/>
                        <a:buNone/>
                      </a:pPr>
                      <a:r>
                        <a:rPr b="1" lang="en-GB" sz="1200"/>
                        <a:t>4200</a:t>
                      </a:r>
                      <a:endParaRPr/>
                    </a:p>
                  </a:txBody>
                  <a:tcPr marT="45725" marB="45725" marR="91450" marL="91450"/>
                </a:tc>
                <a:tc>
                  <a:txBody>
                    <a:bodyPr/>
                    <a:lstStyle/>
                    <a:p>
                      <a:pPr indent="0" lvl="0" marL="0" marR="0" rtl="0" algn="l">
                        <a:spcBef>
                          <a:spcPts val="0"/>
                        </a:spcBef>
                        <a:spcAft>
                          <a:spcPts val="0"/>
                        </a:spcAft>
                        <a:buClr>
                          <a:schemeClr val="dk1"/>
                        </a:buClr>
                        <a:buSzPts val="1200"/>
                        <a:buFont typeface="Arial"/>
                        <a:buNone/>
                      </a:pPr>
                      <a:r>
                        <a:rPr b="1" lang="en-GB" sz="1200"/>
                        <a:t>None</a:t>
                      </a:r>
                      <a:endParaRPr/>
                    </a:p>
                  </a:txBody>
                  <a:tcPr marT="45725" marB="45725" marR="91450" marL="91450"/>
                </a:tc>
              </a:tr>
              <a:tr h="270375">
                <a:tc>
                  <a:txBody>
                    <a:bodyPr/>
                    <a:lstStyle/>
                    <a:p>
                      <a:pPr indent="0" lvl="0" marL="0" marR="0" rtl="0" algn="l">
                        <a:spcBef>
                          <a:spcPts val="0"/>
                        </a:spcBef>
                        <a:spcAft>
                          <a:spcPts val="0"/>
                        </a:spcAft>
                        <a:buNone/>
                      </a:pPr>
                      <a:r>
                        <a:rPr b="1" lang="en-GB" sz="1200"/>
                        <a:t>2</a:t>
                      </a:r>
                      <a:endParaRPr/>
                    </a:p>
                  </a:txBody>
                  <a:tcPr marT="45725" marB="45725" marR="91450" marL="91450"/>
                </a:tc>
                <a:tc>
                  <a:txBody>
                    <a:bodyPr/>
                    <a:lstStyle/>
                    <a:p>
                      <a:pPr indent="0" lvl="0" marL="0" marR="0" rtl="0" algn="l">
                        <a:spcBef>
                          <a:spcPts val="0"/>
                        </a:spcBef>
                        <a:spcAft>
                          <a:spcPts val="0"/>
                        </a:spcAft>
                        <a:buClr>
                          <a:srgbClr val="203232"/>
                        </a:buClr>
                        <a:buSzPts val="1200"/>
                        <a:buFont typeface="Arial"/>
                        <a:buNone/>
                      </a:pPr>
                      <a:r>
                        <a:rPr b="1" i="0" lang="en-GB" sz="1200" u="none" strike="noStrike">
                          <a:solidFill>
                            <a:srgbClr val="203232"/>
                          </a:solidFill>
                          <a:latin typeface="Arial"/>
                          <a:ea typeface="Arial"/>
                          <a:cs typeface="Arial"/>
                          <a:sym typeface="Arial"/>
                        </a:rPr>
                        <a:t>Male</a:t>
                      </a:r>
                      <a:endParaRPr sz="1800"/>
                    </a:p>
                  </a:txBody>
                  <a:tcPr marT="45725" marB="45725" marR="91450" marL="91450"/>
                </a:tc>
                <a:tc>
                  <a:txBody>
                    <a:bodyPr/>
                    <a:lstStyle/>
                    <a:p>
                      <a:pPr indent="0" lvl="0" marL="0" marR="0" rtl="0" algn="l">
                        <a:spcBef>
                          <a:spcPts val="0"/>
                        </a:spcBef>
                        <a:spcAft>
                          <a:spcPts val="0"/>
                        </a:spcAft>
                        <a:buNone/>
                      </a:pPr>
                      <a:r>
                        <a:rPr b="1" lang="en-GB" sz="1200"/>
                        <a:t>28</a:t>
                      </a:r>
                      <a:endParaRPr/>
                    </a:p>
                  </a:txBody>
                  <a:tcPr marT="45725" marB="45725" marR="91450" marL="91450"/>
                </a:tc>
                <a:tc>
                  <a:txBody>
                    <a:bodyPr/>
                    <a:lstStyle/>
                    <a:p>
                      <a:pPr indent="0" lvl="0" marL="0" marR="0" rtl="0" algn="l">
                        <a:spcBef>
                          <a:spcPts val="0"/>
                        </a:spcBef>
                        <a:spcAft>
                          <a:spcPts val="0"/>
                        </a:spcAft>
                        <a:buNone/>
                      </a:pPr>
                      <a:r>
                        <a:rPr b="1" lang="en-GB" sz="1200"/>
                        <a:t>Doctor</a:t>
                      </a:r>
                      <a:endParaRPr/>
                    </a:p>
                  </a:txBody>
                  <a:tcPr marT="45725" marB="45725" marR="91450" marL="91450"/>
                </a:tc>
                <a:tc>
                  <a:txBody>
                    <a:bodyPr/>
                    <a:lstStyle/>
                    <a:p>
                      <a:pPr indent="0" lvl="0" marL="0" marR="0" rtl="0" algn="l">
                        <a:spcBef>
                          <a:spcPts val="0"/>
                        </a:spcBef>
                        <a:spcAft>
                          <a:spcPts val="0"/>
                        </a:spcAft>
                        <a:buNone/>
                      </a:pPr>
                      <a:r>
                        <a:rPr b="1" lang="en-GB" sz="1200"/>
                        <a:t>6.2</a:t>
                      </a:r>
                      <a:endParaRPr/>
                    </a:p>
                  </a:txBody>
                  <a:tcPr marT="45725" marB="45725" marR="91450" marL="91450"/>
                </a:tc>
                <a:tc>
                  <a:txBody>
                    <a:bodyPr/>
                    <a:lstStyle/>
                    <a:p>
                      <a:pPr indent="0" lvl="0" marL="0" marR="0" rtl="0" algn="l">
                        <a:spcBef>
                          <a:spcPts val="0"/>
                        </a:spcBef>
                        <a:spcAft>
                          <a:spcPts val="0"/>
                        </a:spcAft>
                        <a:buNone/>
                      </a:pPr>
                      <a:r>
                        <a:rPr b="1" lang="en-GB" sz="1200"/>
                        <a:t>6</a:t>
                      </a:r>
                      <a:endParaRPr/>
                    </a:p>
                  </a:txBody>
                  <a:tcPr marT="45725" marB="45725" marR="91450" marL="91450"/>
                </a:tc>
                <a:tc>
                  <a:txBody>
                    <a:bodyPr/>
                    <a:lstStyle/>
                    <a:p>
                      <a:pPr indent="0" lvl="0" marL="0" marR="0" rtl="0" algn="l">
                        <a:spcBef>
                          <a:spcPts val="0"/>
                        </a:spcBef>
                        <a:spcAft>
                          <a:spcPts val="0"/>
                        </a:spcAft>
                        <a:buNone/>
                      </a:pPr>
                      <a:r>
                        <a:rPr b="1" lang="en-GB" sz="1200"/>
                        <a:t>60</a:t>
                      </a:r>
                      <a:endParaRPr/>
                    </a:p>
                  </a:txBody>
                  <a:tcPr marT="45725" marB="45725" marR="91450" marL="91450"/>
                </a:tc>
                <a:tc>
                  <a:txBody>
                    <a:bodyPr/>
                    <a:lstStyle/>
                    <a:p>
                      <a:pPr indent="0" lvl="0" marL="0" marR="0" rtl="0" algn="l">
                        <a:spcBef>
                          <a:spcPts val="0"/>
                        </a:spcBef>
                        <a:spcAft>
                          <a:spcPts val="0"/>
                        </a:spcAft>
                        <a:buNone/>
                      </a:pPr>
                      <a:r>
                        <a:rPr b="1" lang="en-GB" sz="1200"/>
                        <a:t>8</a:t>
                      </a:r>
                      <a:endParaRPr/>
                    </a:p>
                  </a:txBody>
                  <a:tcPr marT="45725" marB="45725" marR="91450" marL="91450"/>
                </a:tc>
                <a:tc>
                  <a:txBody>
                    <a:bodyPr/>
                    <a:lstStyle/>
                    <a:p>
                      <a:pPr indent="0" lvl="0" marL="0" marR="0" rtl="0" algn="l">
                        <a:spcBef>
                          <a:spcPts val="0"/>
                        </a:spcBef>
                        <a:spcAft>
                          <a:spcPts val="0"/>
                        </a:spcAft>
                        <a:buNone/>
                      </a:pPr>
                      <a:r>
                        <a:rPr b="1" lang="en-GB" sz="1200"/>
                        <a:t>Normal</a:t>
                      </a:r>
                      <a:endParaRPr/>
                    </a:p>
                  </a:txBody>
                  <a:tcPr marT="45725" marB="45725" marR="91450" marL="91450"/>
                </a:tc>
                <a:tc>
                  <a:txBody>
                    <a:bodyPr/>
                    <a:lstStyle/>
                    <a:p>
                      <a:pPr indent="0" lvl="0" marL="0" marR="0" rtl="0" algn="l">
                        <a:spcBef>
                          <a:spcPts val="0"/>
                        </a:spcBef>
                        <a:spcAft>
                          <a:spcPts val="0"/>
                        </a:spcAft>
                        <a:buNone/>
                      </a:pPr>
                      <a:r>
                        <a:rPr b="1" lang="en-GB" sz="1200"/>
                        <a:t>125/80</a:t>
                      </a:r>
                      <a:endParaRPr/>
                    </a:p>
                  </a:txBody>
                  <a:tcPr marT="45725" marB="45725" marR="91450" marL="91450"/>
                </a:tc>
                <a:tc>
                  <a:txBody>
                    <a:bodyPr/>
                    <a:lstStyle/>
                    <a:p>
                      <a:pPr indent="0" lvl="0" marL="0" marR="0" rtl="0" algn="l">
                        <a:spcBef>
                          <a:spcPts val="0"/>
                        </a:spcBef>
                        <a:spcAft>
                          <a:spcPts val="0"/>
                        </a:spcAft>
                        <a:buClr>
                          <a:schemeClr val="dk1"/>
                        </a:buClr>
                        <a:buSzPts val="1200"/>
                        <a:buFont typeface="Arial"/>
                        <a:buNone/>
                      </a:pPr>
                      <a:r>
                        <a:rPr b="1" lang="en-GB" sz="1200"/>
                        <a:t>75</a:t>
                      </a:r>
                      <a:endParaRPr/>
                    </a:p>
                  </a:txBody>
                  <a:tcPr marT="45725" marB="45725" marR="91450" marL="91450"/>
                </a:tc>
                <a:tc>
                  <a:txBody>
                    <a:bodyPr/>
                    <a:lstStyle/>
                    <a:p>
                      <a:pPr indent="0" lvl="0" marL="0" marR="0" rtl="0" algn="l">
                        <a:spcBef>
                          <a:spcPts val="0"/>
                        </a:spcBef>
                        <a:spcAft>
                          <a:spcPts val="0"/>
                        </a:spcAft>
                        <a:buClr>
                          <a:schemeClr val="dk1"/>
                        </a:buClr>
                        <a:buSzPts val="1200"/>
                        <a:buFont typeface="Arial"/>
                        <a:buNone/>
                      </a:pPr>
                      <a:r>
                        <a:rPr b="1" lang="en-GB" sz="1200"/>
                        <a:t>10000</a:t>
                      </a:r>
                      <a:endParaRPr/>
                    </a:p>
                  </a:txBody>
                  <a:tcPr marT="45725" marB="45725" marR="91450" marL="91450"/>
                </a:tc>
                <a:tc>
                  <a:txBody>
                    <a:bodyPr/>
                    <a:lstStyle/>
                    <a:p>
                      <a:pPr indent="0" lvl="0" marL="0" marR="0" rtl="0" algn="l">
                        <a:spcBef>
                          <a:spcPts val="0"/>
                        </a:spcBef>
                        <a:spcAft>
                          <a:spcPts val="0"/>
                        </a:spcAft>
                        <a:buClr>
                          <a:schemeClr val="dk1"/>
                        </a:buClr>
                        <a:buSzPts val="1200"/>
                        <a:buFont typeface="Arial"/>
                        <a:buNone/>
                      </a:pPr>
                      <a:r>
                        <a:rPr b="1" lang="en-GB" sz="1200"/>
                        <a:t>None</a:t>
                      </a:r>
                      <a:endParaRPr/>
                    </a:p>
                  </a:txBody>
                  <a:tcPr marT="45725" marB="45725" marR="91450" marL="91450"/>
                </a:tc>
              </a:tr>
              <a:tr h="387925">
                <a:tc>
                  <a:txBody>
                    <a:bodyPr/>
                    <a:lstStyle/>
                    <a:p>
                      <a:pPr indent="0" lvl="0" marL="0" marR="0" rtl="0" algn="l">
                        <a:spcBef>
                          <a:spcPts val="0"/>
                        </a:spcBef>
                        <a:spcAft>
                          <a:spcPts val="0"/>
                        </a:spcAft>
                        <a:buNone/>
                      </a:pPr>
                      <a:r>
                        <a:rPr b="1" lang="en-GB" sz="1200"/>
                        <a:t>3</a:t>
                      </a:r>
                      <a:endParaRPr/>
                    </a:p>
                  </a:txBody>
                  <a:tcPr marT="45725" marB="45725" marR="91450" marL="91450"/>
                </a:tc>
                <a:tc>
                  <a:txBody>
                    <a:bodyPr/>
                    <a:lstStyle/>
                    <a:p>
                      <a:pPr indent="0" lvl="0" marL="0" marR="0" rtl="0" algn="l">
                        <a:spcBef>
                          <a:spcPts val="0"/>
                        </a:spcBef>
                        <a:spcAft>
                          <a:spcPts val="0"/>
                        </a:spcAft>
                        <a:buClr>
                          <a:srgbClr val="203232"/>
                        </a:buClr>
                        <a:buSzPts val="1200"/>
                        <a:buFont typeface="Arial"/>
                        <a:buNone/>
                      </a:pPr>
                      <a:r>
                        <a:rPr b="1" i="0" lang="en-GB" sz="1200" u="none" strike="noStrike">
                          <a:solidFill>
                            <a:srgbClr val="203232"/>
                          </a:solidFill>
                          <a:latin typeface="Arial"/>
                          <a:ea typeface="Arial"/>
                          <a:cs typeface="Arial"/>
                          <a:sym typeface="Arial"/>
                        </a:rPr>
                        <a:t>Male</a:t>
                      </a:r>
                      <a:endParaRPr sz="1800"/>
                    </a:p>
                  </a:txBody>
                  <a:tcPr marT="45725" marB="45725" marR="91450" marL="91450"/>
                </a:tc>
                <a:tc>
                  <a:txBody>
                    <a:bodyPr/>
                    <a:lstStyle/>
                    <a:p>
                      <a:pPr indent="0" lvl="0" marL="0" marR="0" rtl="0" algn="l">
                        <a:spcBef>
                          <a:spcPts val="0"/>
                        </a:spcBef>
                        <a:spcAft>
                          <a:spcPts val="0"/>
                        </a:spcAft>
                        <a:buNone/>
                      </a:pPr>
                      <a:r>
                        <a:rPr b="1" lang="en-GB" sz="1200"/>
                        <a:t>28</a:t>
                      </a:r>
                      <a:endParaRPr/>
                    </a:p>
                  </a:txBody>
                  <a:tcPr marT="45725" marB="45725" marR="91450" marL="91450"/>
                </a:tc>
                <a:tc>
                  <a:txBody>
                    <a:bodyPr/>
                    <a:lstStyle/>
                    <a:p>
                      <a:pPr indent="0" lvl="0" marL="0" marR="0" rtl="0" algn="l">
                        <a:spcBef>
                          <a:spcPts val="0"/>
                        </a:spcBef>
                        <a:spcAft>
                          <a:spcPts val="0"/>
                        </a:spcAft>
                        <a:buClr>
                          <a:schemeClr val="dk1"/>
                        </a:buClr>
                        <a:buSzPts val="1200"/>
                        <a:buFont typeface="Arial"/>
                        <a:buNone/>
                      </a:pPr>
                      <a:r>
                        <a:rPr b="1" lang="en-GB" sz="1200"/>
                        <a:t>Doctor</a:t>
                      </a:r>
                      <a:endParaRPr/>
                    </a:p>
                  </a:txBody>
                  <a:tcPr marT="45725" marB="45725" marR="91450" marL="91450"/>
                </a:tc>
                <a:tc>
                  <a:txBody>
                    <a:bodyPr/>
                    <a:lstStyle/>
                    <a:p>
                      <a:pPr indent="0" lvl="0" marL="0" marR="0" rtl="0" algn="l">
                        <a:spcBef>
                          <a:spcPts val="0"/>
                        </a:spcBef>
                        <a:spcAft>
                          <a:spcPts val="0"/>
                        </a:spcAft>
                        <a:buNone/>
                      </a:pPr>
                      <a:r>
                        <a:rPr b="1" lang="en-GB" sz="1200"/>
                        <a:t>6.2</a:t>
                      </a:r>
                      <a:endParaRPr/>
                    </a:p>
                  </a:txBody>
                  <a:tcPr marT="45725" marB="45725" marR="91450" marL="91450"/>
                </a:tc>
                <a:tc>
                  <a:txBody>
                    <a:bodyPr/>
                    <a:lstStyle/>
                    <a:p>
                      <a:pPr indent="0" lvl="0" marL="0" marR="0" rtl="0" algn="l">
                        <a:spcBef>
                          <a:spcPts val="0"/>
                        </a:spcBef>
                        <a:spcAft>
                          <a:spcPts val="0"/>
                        </a:spcAft>
                        <a:buNone/>
                      </a:pPr>
                      <a:r>
                        <a:rPr b="1" lang="en-GB" sz="1200"/>
                        <a:t>6</a:t>
                      </a:r>
                      <a:endParaRPr/>
                    </a:p>
                  </a:txBody>
                  <a:tcPr marT="45725" marB="45725" marR="91450" marL="91450"/>
                </a:tc>
                <a:tc>
                  <a:txBody>
                    <a:bodyPr/>
                    <a:lstStyle/>
                    <a:p>
                      <a:pPr indent="0" lvl="0" marL="0" marR="0" rtl="0" algn="l">
                        <a:spcBef>
                          <a:spcPts val="0"/>
                        </a:spcBef>
                        <a:spcAft>
                          <a:spcPts val="0"/>
                        </a:spcAft>
                        <a:buNone/>
                      </a:pPr>
                      <a:r>
                        <a:rPr b="1" lang="en-GB" sz="1200"/>
                        <a:t>60</a:t>
                      </a:r>
                      <a:endParaRPr/>
                    </a:p>
                  </a:txBody>
                  <a:tcPr marT="45725" marB="45725" marR="91450" marL="91450"/>
                </a:tc>
                <a:tc>
                  <a:txBody>
                    <a:bodyPr/>
                    <a:lstStyle/>
                    <a:p>
                      <a:pPr indent="0" lvl="0" marL="0" marR="0" rtl="0" algn="l">
                        <a:spcBef>
                          <a:spcPts val="0"/>
                        </a:spcBef>
                        <a:spcAft>
                          <a:spcPts val="0"/>
                        </a:spcAft>
                        <a:buNone/>
                      </a:pPr>
                      <a:r>
                        <a:rPr b="1" lang="en-GB" sz="1200"/>
                        <a:t>8</a:t>
                      </a:r>
                      <a:endParaRPr/>
                    </a:p>
                  </a:txBody>
                  <a:tcPr marT="45725" marB="45725" marR="91450" marL="91450"/>
                </a:tc>
                <a:tc>
                  <a:txBody>
                    <a:bodyPr/>
                    <a:lstStyle/>
                    <a:p>
                      <a:pPr indent="0" lvl="0" marL="0" marR="0" rtl="0" algn="l">
                        <a:spcBef>
                          <a:spcPts val="0"/>
                        </a:spcBef>
                        <a:spcAft>
                          <a:spcPts val="0"/>
                        </a:spcAft>
                        <a:buNone/>
                      </a:pPr>
                      <a:r>
                        <a:rPr b="1" lang="en-GB" sz="1200"/>
                        <a:t>Normal</a:t>
                      </a:r>
                      <a:endParaRPr/>
                    </a:p>
                  </a:txBody>
                  <a:tcPr marT="45725" marB="45725" marR="91450" marL="91450"/>
                </a:tc>
                <a:tc>
                  <a:txBody>
                    <a:bodyPr/>
                    <a:lstStyle/>
                    <a:p>
                      <a:pPr indent="0" lvl="0" marL="0" marR="0" rtl="0" algn="l">
                        <a:spcBef>
                          <a:spcPts val="0"/>
                        </a:spcBef>
                        <a:spcAft>
                          <a:spcPts val="0"/>
                        </a:spcAft>
                        <a:buNone/>
                      </a:pPr>
                      <a:r>
                        <a:rPr b="1" lang="en-GB" sz="1200"/>
                        <a:t>125/80</a:t>
                      </a:r>
                      <a:endParaRPr/>
                    </a:p>
                  </a:txBody>
                  <a:tcPr marT="45725" marB="45725" marR="91450" marL="91450"/>
                </a:tc>
                <a:tc>
                  <a:txBody>
                    <a:bodyPr/>
                    <a:lstStyle/>
                    <a:p>
                      <a:pPr indent="0" lvl="0" marL="0" marR="0" rtl="0" algn="l">
                        <a:spcBef>
                          <a:spcPts val="0"/>
                        </a:spcBef>
                        <a:spcAft>
                          <a:spcPts val="0"/>
                        </a:spcAft>
                        <a:buClr>
                          <a:schemeClr val="dk1"/>
                        </a:buClr>
                        <a:buSzPts val="1200"/>
                        <a:buFont typeface="Arial"/>
                        <a:buNone/>
                      </a:pPr>
                      <a:r>
                        <a:rPr b="1" lang="en-GB" sz="1200"/>
                        <a:t>75</a:t>
                      </a:r>
                      <a:endParaRPr/>
                    </a:p>
                  </a:txBody>
                  <a:tcPr marT="45725" marB="45725" marR="91450" marL="91450"/>
                </a:tc>
                <a:tc>
                  <a:txBody>
                    <a:bodyPr/>
                    <a:lstStyle/>
                    <a:p>
                      <a:pPr indent="0" lvl="0" marL="0" marR="0" rtl="0" algn="l">
                        <a:spcBef>
                          <a:spcPts val="0"/>
                        </a:spcBef>
                        <a:spcAft>
                          <a:spcPts val="0"/>
                        </a:spcAft>
                        <a:buClr>
                          <a:schemeClr val="dk1"/>
                        </a:buClr>
                        <a:buSzPts val="1200"/>
                        <a:buFont typeface="Arial"/>
                        <a:buNone/>
                      </a:pPr>
                      <a:r>
                        <a:rPr b="1" lang="en-GB" sz="1200"/>
                        <a:t>10000</a:t>
                      </a:r>
                      <a:endParaRPr/>
                    </a:p>
                  </a:txBody>
                  <a:tcPr marT="45725" marB="45725" marR="91450" marL="91450"/>
                </a:tc>
                <a:tc>
                  <a:txBody>
                    <a:bodyPr/>
                    <a:lstStyle/>
                    <a:p>
                      <a:pPr indent="0" lvl="0" marL="0" marR="0" rtl="0" algn="l">
                        <a:spcBef>
                          <a:spcPts val="0"/>
                        </a:spcBef>
                        <a:spcAft>
                          <a:spcPts val="0"/>
                        </a:spcAft>
                        <a:buClr>
                          <a:schemeClr val="dk1"/>
                        </a:buClr>
                        <a:buSzPts val="1200"/>
                        <a:buFont typeface="Arial"/>
                        <a:buNone/>
                      </a:pPr>
                      <a:r>
                        <a:rPr b="1" lang="en-GB" sz="1200"/>
                        <a:t>None</a:t>
                      </a:r>
                      <a:endParaRPr/>
                    </a:p>
                  </a:txBody>
                  <a:tcPr marT="45725" marB="45725" marR="91450" marL="91450"/>
                </a:tc>
              </a:tr>
              <a:tr h="387925">
                <a:tc>
                  <a:txBody>
                    <a:bodyPr/>
                    <a:lstStyle/>
                    <a:p>
                      <a:pPr indent="0" lvl="0" marL="0" marR="0" rtl="0" algn="l">
                        <a:spcBef>
                          <a:spcPts val="0"/>
                        </a:spcBef>
                        <a:spcAft>
                          <a:spcPts val="0"/>
                        </a:spcAft>
                        <a:buNone/>
                      </a:pPr>
                      <a:r>
                        <a:rPr b="1" lang="en-GB" sz="1200"/>
                        <a:t>4</a:t>
                      </a:r>
                      <a:endParaRPr/>
                    </a:p>
                  </a:txBody>
                  <a:tcPr marT="45725" marB="45725" marR="91450" marL="91450"/>
                </a:tc>
                <a:tc>
                  <a:txBody>
                    <a:bodyPr/>
                    <a:lstStyle/>
                    <a:p>
                      <a:pPr indent="0" lvl="0" marL="0" marR="0" rtl="0" algn="l">
                        <a:spcBef>
                          <a:spcPts val="0"/>
                        </a:spcBef>
                        <a:spcAft>
                          <a:spcPts val="0"/>
                        </a:spcAft>
                        <a:buClr>
                          <a:srgbClr val="203232"/>
                        </a:buClr>
                        <a:buSzPts val="1200"/>
                        <a:buFont typeface="Arial"/>
                        <a:buNone/>
                      </a:pPr>
                      <a:r>
                        <a:rPr b="1" i="0" lang="en-GB" sz="1200" u="none" strike="noStrike">
                          <a:solidFill>
                            <a:srgbClr val="203232"/>
                          </a:solidFill>
                          <a:latin typeface="Arial"/>
                          <a:ea typeface="Arial"/>
                          <a:cs typeface="Arial"/>
                          <a:sym typeface="Arial"/>
                        </a:rPr>
                        <a:t>Male</a:t>
                      </a:r>
                      <a:endParaRPr sz="1800"/>
                    </a:p>
                  </a:txBody>
                  <a:tcPr marT="45725" marB="45725" marR="91450" marL="91450"/>
                </a:tc>
                <a:tc>
                  <a:txBody>
                    <a:bodyPr/>
                    <a:lstStyle/>
                    <a:p>
                      <a:pPr indent="0" lvl="0" marL="0" marR="0" rtl="0" algn="l">
                        <a:spcBef>
                          <a:spcPts val="0"/>
                        </a:spcBef>
                        <a:spcAft>
                          <a:spcPts val="0"/>
                        </a:spcAft>
                        <a:buNone/>
                      </a:pPr>
                      <a:r>
                        <a:rPr b="1" lang="en-GB" sz="1200"/>
                        <a:t>28</a:t>
                      </a:r>
                      <a:endParaRPr/>
                    </a:p>
                  </a:txBody>
                  <a:tcPr marT="45725" marB="45725" marR="91450" marL="91450"/>
                </a:tc>
                <a:tc>
                  <a:txBody>
                    <a:bodyPr/>
                    <a:lstStyle/>
                    <a:p>
                      <a:pPr indent="0" lvl="0" marL="0" marR="0" rtl="0" algn="l">
                        <a:spcBef>
                          <a:spcPts val="0"/>
                        </a:spcBef>
                        <a:spcAft>
                          <a:spcPts val="0"/>
                        </a:spcAft>
                        <a:buNone/>
                      </a:pPr>
                      <a:r>
                        <a:rPr b="1" lang="en-GB" sz="1200"/>
                        <a:t>Sales Representative</a:t>
                      </a:r>
                      <a:endParaRPr/>
                    </a:p>
                  </a:txBody>
                  <a:tcPr marT="45725" marB="45725" marR="91450" marL="91450"/>
                </a:tc>
                <a:tc>
                  <a:txBody>
                    <a:bodyPr/>
                    <a:lstStyle/>
                    <a:p>
                      <a:pPr indent="0" lvl="0" marL="0" marR="0" rtl="0" algn="l">
                        <a:spcBef>
                          <a:spcPts val="0"/>
                        </a:spcBef>
                        <a:spcAft>
                          <a:spcPts val="0"/>
                        </a:spcAft>
                        <a:buNone/>
                      </a:pPr>
                      <a:r>
                        <a:rPr b="1" lang="en-GB" sz="1200"/>
                        <a:t>5.9</a:t>
                      </a:r>
                      <a:endParaRPr/>
                    </a:p>
                  </a:txBody>
                  <a:tcPr marT="45725" marB="45725" marR="91450" marL="91450"/>
                </a:tc>
                <a:tc>
                  <a:txBody>
                    <a:bodyPr/>
                    <a:lstStyle/>
                    <a:p>
                      <a:pPr indent="0" lvl="0" marL="0" marR="0" rtl="0" algn="l">
                        <a:spcBef>
                          <a:spcPts val="0"/>
                        </a:spcBef>
                        <a:spcAft>
                          <a:spcPts val="0"/>
                        </a:spcAft>
                        <a:buNone/>
                      </a:pPr>
                      <a:r>
                        <a:rPr b="1" lang="en-GB" sz="1200"/>
                        <a:t>4</a:t>
                      </a:r>
                      <a:endParaRPr/>
                    </a:p>
                  </a:txBody>
                  <a:tcPr marT="45725" marB="45725" marR="91450" marL="91450"/>
                </a:tc>
                <a:tc>
                  <a:txBody>
                    <a:bodyPr/>
                    <a:lstStyle/>
                    <a:p>
                      <a:pPr indent="0" lvl="0" marL="0" marR="0" rtl="0" algn="l">
                        <a:spcBef>
                          <a:spcPts val="0"/>
                        </a:spcBef>
                        <a:spcAft>
                          <a:spcPts val="0"/>
                        </a:spcAft>
                        <a:buNone/>
                      </a:pPr>
                      <a:r>
                        <a:rPr b="1" lang="en-GB" sz="1200"/>
                        <a:t>30</a:t>
                      </a:r>
                      <a:endParaRPr/>
                    </a:p>
                  </a:txBody>
                  <a:tcPr marT="45725" marB="45725" marR="91450" marL="91450"/>
                </a:tc>
                <a:tc>
                  <a:txBody>
                    <a:bodyPr/>
                    <a:lstStyle/>
                    <a:p>
                      <a:pPr indent="0" lvl="0" marL="0" marR="0" rtl="0" algn="l">
                        <a:spcBef>
                          <a:spcPts val="0"/>
                        </a:spcBef>
                        <a:spcAft>
                          <a:spcPts val="0"/>
                        </a:spcAft>
                        <a:buNone/>
                      </a:pPr>
                      <a:r>
                        <a:rPr b="1" lang="en-GB" sz="1200"/>
                        <a:t>8</a:t>
                      </a:r>
                      <a:endParaRPr/>
                    </a:p>
                  </a:txBody>
                  <a:tcPr marT="45725" marB="45725" marR="91450" marL="91450"/>
                </a:tc>
                <a:tc>
                  <a:txBody>
                    <a:bodyPr/>
                    <a:lstStyle/>
                    <a:p>
                      <a:pPr indent="0" lvl="0" marL="0" marR="0" rtl="0" algn="l">
                        <a:spcBef>
                          <a:spcPts val="0"/>
                        </a:spcBef>
                        <a:spcAft>
                          <a:spcPts val="0"/>
                        </a:spcAft>
                        <a:buNone/>
                      </a:pPr>
                      <a:r>
                        <a:rPr b="1" lang="en-GB" sz="1200"/>
                        <a:t>Obese</a:t>
                      </a:r>
                      <a:endParaRPr/>
                    </a:p>
                  </a:txBody>
                  <a:tcPr marT="45725" marB="45725" marR="91450" marL="91450"/>
                </a:tc>
                <a:tc>
                  <a:txBody>
                    <a:bodyPr/>
                    <a:lstStyle/>
                    <a:p>
                      <a:pPr indent="0" lvl="0" marL="0" marR="0" rtl="0" algn="l">
                        <a:spcBef>
                          <a:spcPts val="0"/>
                        </a:spcBef>
                        <a:spcAft>
                          <a:spcPts val="0"/>
                        </a:spcAft>
                        <a:buNone/>
                      </a:pPr>
                      <a:r>
                        <a:rPr b="1" lang="en-GB" sz="1200"/>
                        <a:t>140/90</a:t>
                      </a:r>
                      <a:endParaRPr/>
                    </a:p>
                  </a:txBody>
                  <a:tcPr marT="45725" marB="45725" marR="91450" marL="91450"/>
                </a:tc>
                <a:tc>
                  <a:txBody>
                    <a:bodyPr/>
                    <a:lstStyle/>
                    <a:p>
                      <a:pPr indent="0" lvl="0" marL="0" marR="0" rtl="0" algn="l">
                        <a:spcBef>
                          <a:spcPts val="0"/>
                        </a:spcBef>
                        <a:spcAft>
                          <a:spcPts val="0"/>
                        </a:spcAft>
                        <a:buClr>
                          <a:schemeClr val="dk1"/>
                        </a:buClr>
                        <a:buSzPts val="1200"/>
                        <a:buFont typeface="Arial"/>
                        <a:buNone/>
                      </a:pPr>
                      <a:r>
                        <a:rPr b="1" lang="en-GB" sz="1200"/>
                        <a:t>85</a:t>
                      </a:r>
                      <a:endParaRPr/>
                    </a:p>
                  </a:txBody>
                  <a:tcPr marT="45725" marB="45725" marR="91450" marL="91450"/>
                </a:tc>
                <a:tc>
                  <a:txBody>
                    <a:bodyPr/>
                    <a:lstStyle/>
                    <a:p>
                      <a:pPr indent="0" lvl="0" marL="0" marR="0" rtl="0" algn="l">
                        <a:spcBef>
                          <a:spcPts val="0"/>
                        </a:spcBef>
                        <a:spcAft>
                          <a:spcPts val="0"/>
                        </a:spcAft>
                        <a:buClr>
                          <a:schemeClr val="dk1"/>
                        </a:buClr>
                        <a:buSzPts val="1200"/>
                        <a:buFont typeface="Arial"/>
                        <a:buNone/>
                      </a:pPr>
                      <a:r>
                        <a:rPr b="1" lang="en-GB" sz="1200"/>
                        <a:t>3000</a:t>
                      </a:r>
                      <a:endParaRPr/>
                    </a:p>
                  </a:txBody>
                  <a:tcPr marT="45725" marB="45725" marR="91450" marL="91450"/>
                </a:tc>
                <a:tc>
                  <a:txBody>
                    <a:bodyPr/>
                    <a:lstStyle/>
                    <a:p>
                      <a:pPr indent="0" lvl="0" marL="0" marR="0" rtl="0" algn="l">
                        <a:spcBef>
                          <a:spcPts val="0"/>
                        </a:spcBef>
                        <a:spcAft>
                          <a:spcPts val="0"/>
                        </a:spcAft>
                        <a:buClr>
                          <a:schemeClr val="dk1"/>
                        </a:buClr>
                        <a:buSzPts val="1200"/>
                        <a:buFont typeface="Arial"/>
                        <a:buNone/>
                      </a:pPr>
                      <a:r>
                        <a:rPr b="1" lang="en-GB" sz="1200"/>
                        <a:t>Sleep Apnea</a:t>
                      </a:r>
                      <a:endParaRPr/>
                    </a:p>
                  </a:txBody>
                  <a:tcPr marT="45725" marB="45725" marR="91450" marL="91450"/>
                </a:tc>
              </a:tr>
              <a:tr h="270375">
                <a:tc>
                  <a:txBody>
                    <a:bodyPr/>
                    <a:lstStyle/>
                    <a:p>
                      <a:pPr indent="0" lvl="0" marL="0" marR="0" rtl="0" algn="l">
                        <a:spcBef>
                          <a:spcPts val="0"/>
                        </a:spcBef>
                        <a:spcAft>
                          <a:spcPts val="0"/>
                        </a:spcAft>
                        <a:buClr>
                          <a:schemeClr val="dk1"/>
                        </a:buClr>
                        <a:buSzPts val="1200"/>
                        <a:buFont typeface="Arial"/>
                        <a:buNone/>
                      </a:pPr>
                      <a:r>
                        <a:rPr b="1" lang="en-GB" sz="1200"/>
                        <a:t>5</a:t>
                      </a:r>
                      <a:endParaRPr/>
                    </a:p>
                  </a:txBody>
                  <a:tcPr marT="45725" marB="45725" marR="91450" marL="91450"/>
                </a:tc>
                <a:tc>
                  <a:txBody>
                    <a:bodyPr/>
                    <a:lstStyle/>
                    <a:p>
                      <a:pPr indent="0" lvl="0" marL="0" marR="0" rtl="0" algn="l">
                        <a:spcBef>
                          <a:spcPts val="0"/>
                        </a:spcBef>
                        <a:spcAft>
                          <a:spcPts val="0"/>
                        </a:spcAft>
                        <a:buClr>
                          <a:srgbClr val="203232"/>
                        </a:buClr>
                        <a:buSzPts val="1200"/>
                        <a:buFont typeface="Arial"/>
                        <a:buNone/>
                      </a:pPr>
                      <a:r>
                        <a:rPr b="1" i="0" lang="en-GB" sz="1200" u="none" strike="noStrike">
                          <a:solidFill>
                            <a:srgbClr val="203232"/>
                          </a:solidFill>
                          <a:latin typeface="Arial"/>
                          <a:ea typeface="Arial"/>
                          <a:cs typeface="Arial"/>
                          <a:sym typeface="Arial"/>
                        </a:rPr>
                        <a:t>Male</a:t>
                      </a:r>
                      <a:endParaRPr sz="1800"/>
                    </a:p>
                  </a:txBody>
                  <a:tcPr marT="45725" marB="45725" marR="91450" marL="91450"/>
                </a:tc>
                <a:tc>
                  <a:txBody>
                    <a:bodyPr/>
                    <a:lstStyle/>
                    <a:p>
                      <a:pPr indent="0" lvl="0" marL="0" marR="0" rtl="0" algn="l">
                        <a:spcBef>
                          <a:spcPts val="0"/>
                        </a:spcBef>
                        <a:spcAft>
                          <a:spcPts val="0"/>
                        </a:spcAft>
                        <a:buClr>
                          <a:schemeClr val="dk1"/>
                        </a:buClr>
                        <a:buSzPts val="1200"/>
                        <a:buFont typeface="Arial"/>
                        <a:buNone/>
                      </a:pPr>
                      <a:r>
                        <a:rPr b="1" lang="en-GB" sz="1200"/>
                        <a:t>28</a:t>
                      </a:r>
                      <a:endParaRPr/>
                    </a:p>
                  </a:txBody>
                  <a:tcPr marT="45725" marB="45725" marR="91450" marL="91450"/>
                </a:tc>
                <a:tc>
                  <a:txBody>
                    <a:bodyPr/>
                    <a:lstStyle/>
                    <a:p>
                      <a:pPr indent="0" lvl="0" marL="0" marR="0" rtl="0" algn="l">
                        <a:spcBef>
                          <a:spcPts val="0"/>
                        </a:spcBef>
                        <a:spcAft>
                          <a:spcPts val="0"/>
                        </a:spcAft>
                        <a:buClr>
                          <a:srgbClr val="203232"/>
                        </a:buClr>
                        <a:buSzPts val="1200"/>
                        <a:buFont typeface="Arial"/>
                        <a:buNone/>
                      </a:pPr>
                      <a:r>
                        <a:rPr b="1" i="0" lang="en-GB" sz="1200" u="none" strike="noStrike">
                          <a:solidFill>
                            <a:srgbClr val="203232"/>
                          </a:solidFill>
                          <a:latin typeface="Arial"/>
                          <a:ea typeface="Arial"/>
                          <a:cs typeface="Arial"/>
                          <a:sym typeface="Arial"/>
                        </a:rPr>
                        <a:t>Sales Representative</a:t>
                      </a:r>
                      <a:endParaRPr b="1" sz="1200"/>
                    </a:p>
                  </a:txBody>
                  <a:tcPr marT="45725" marB="45725" marR="91450" marL="91450"/>
                </a:tc>
                <a:tc>
                  <a:txBody>
                    <a:bodyPr/>
                    <a:lstStyle/>
                    <a:p>
                      <a:pPr indent="0" lvl="0" marL="0" marR="0" rtl="0" algn="l">
                        <a:spcBef>
                          <a:spcPts val="0"/>
                        </a:spcBef>
                        <a:spcAft>
                          <a:spcPts val="0"/>
                        </a:spcAft>
                        <a:buClr>
                          <a:schemeClr val="dk1"/>
                        </a:buClr>
                        <a:buSzPts val="1200"/>
                        <a:buFont typeface="Arial"/>
                        <a:buNone/>
                      </a:pPr>
                      <a:r>
                        <a:rPr b="1" lang="en-GB" sz="1200"/>
                        <a:t>5.9</a:t>
                      </a:r>
                      <a:endParaRPr/>
                    </a:p>
                  </a:txBody>
                  <a:tcPr marT="45725" marB="45725" marR="91450" marL="91450"/>
                </a:tc>
                <a:tc>
                  <a:txBody>
                    <a:bodyPr/>
                    <a:lstStyle/>
                    <a:p>
                      <a:pPr indent="0" lvl="0" marL="0" marR="0" rtl="0" algn="l">
                        <a:spcBef>
                          <a:spcPts val="0"/>
                        </a:spcBef>
                        <a:spcAft>
                          <a:spcPts val="0"/>
                        </a:spcAft>
                        <a:buClr>
                          <a:schemeClr val="dk1"/>
                        </a:buClr>
                        <a:buSzPts val="1200"/>
                        <a:buFont typeface="Arial"/>
                        <a:buNone/>
                      </a:pPr>
                      <a:r>
                        <a:rPr b="1" lang="en-GB" sz="1200"/>
                        <a:t>4</a:t>
                      </a:r>
                      <a:endParaRPr/>
                    </a:p>
                  </a:txBody>
                  <a:tcPr marT="45725" marB="45725" marR="91450" marL="91450"/>
                </a:tc>
                <a:tc>
                  <a:txBody>
                    <a:bodyPr/>
                    <a:lstStyle/>
                    <a:p>
                      <a:pPr indent="0" lvl="0" marL="0" marR="0" rtl="0" algn="l">
                        <a:spcBef>
                          <a:spcPts val="0"/>
                        </a:spcBef>
                        <a:spcAft>
                          <a:spcPts val="0"/>
                        </a:spcAft>
                        <a:buClr>
                          <a:schemeClr val="dk1"/>
                        </a:buClr>
                        <a:buSzPts val="1200"/>
                        <a:buFont typeface="Arial"/>
                        <a:buNone/>
                      </a:pPr>
                      <a:r>
                        <a:rPr b="1" lang="en-GB" sz="1200"/>
                        <a:t>30</a:t>
                      </a:r>
                      <a:endParaRPr/>
                    </a:p>
                  </a:txBody>
                  <a:tcPr marT="45725" marB="45725" marR="91450" marL="91450"/>
                </a:tc>
                <a:tc>
                  <a:txBody>
                    <a:bodyPr/>
                    <a:lstStyle/>
                    <a:p>
                      <a:pPr indent="0" lvl="0" marL="0" marR="0" rtl="0" algn="l">
                        <a:spcBef>
                          <a:spcPts val="0"/>
                        </a:spcBef>
                        <a:spcAft>
                          <a:spcPts val="0"/>
                        </a:spcAft>
                        <a:buClr>
                          <a:schemeClr val="dk1"/>
                        </a:buClr>
                        <a:buSzPts val="1200"/>
                        <a:buFont typeface="Arial"/>
                        <a:buNone/>
                      </a:pPr>
                      <a:r>
                        <a:rPr b="1" lang="en-GB" sz="1200"/>
                        <a:t>8</a:t>
                      </a:r>
                      <a:endParaRPr/>
                    </a:p>
                  </a:txBody>
                  <a:tcPr marT="45725" marB="45725" marR="91450" marL="91450"/>
                </a:tc>
                <a:tc>
                  <a:txBody>
                    <a:bodyPr/>
                    <a:lstStyle/>
                    <a:p>
                      <a:pPr indent="0" lvl="0" marL="0" marR="0" rtl="0" algn="l">
                        <a:spcBef>
                          <a:spcPts val="0"/>
                        </a:spcBef>
                        <a:spcAft>
                          <a:spcPts val="0"/>
                        </a:spcAft>
                        <a:buClr>
                          <a:schemeClr val="dk1"/>
                        </a:buClr>
                        <a:buSzPts val="1200"/>
                        <a:buFont typeface="Arial"/>
                        <a:buNone/>
                      </a:pPr>
                      <a:r>
                        <a:rPr b="1" lang="en-GB" sz="1200"/>
                        <a:t>Obese</a:t>
                      </a:r>
                      <a:endParaRPr/>
                    </a:p>
                  </a:txBody>
                  <a:tcPr marT="45725" marB="45725" marR="91450" marL="91450"/>
                </a:tc>
                <a:tc>
                  <a:txBody>
                    <a:bodyPr/>
                    <a:lstStyle/>
                    <a:p>
                      <a:pPr indent="0" lvl="0" marL="0" marR="0" rtl="0" algn="l">
                        <a:spcBef>
                          <a:spcPts val="0"/>
                        </a:spcBef>
                        <a:spcAft>
                          <a:spcPts val="0"/>
                        </a:spcAft>
                        <a:buClr>
                          <a:schemeClr val="dk1"/>
                        </a:buClr>
                        <a:buSzPts val="1200"/>
                        <a:buFont typeface="Arial"/>
                        <a:buNone/>
                      </a:pPr>
                      <a:r>
                        <a:rPr b="1" lang="en-GB" sz="1200"/>
                        <a:t>140/90</a:t>
                      </a:r>
                      <a:endParaRPr/>
                    </a:p>
                  </a:txBody>
                  <a:tcPr marT="45725" marB="45725" marR="91450" marL="91450"/>
                </a:tc>
                <a:tc>
                  <a:txBody>
                    <a:bodyPr/>
                    <a:lstStyle/>
                    <a:p>
                      <a:pPr indent="0" lvl="0" marL="0" marR="0" rtl="0" algn="l">
                        <a:spcBef>
                          <a:spcPts val="0"/>
                        </a:spcBef>
                        <a:spcAft>
                          <a:spcPts val="0"/>
                        </a:spcAft>
                        <a:buClr>
                          <a:schemeClr val="dk1"/>
                        </a:buClr>
                        <a:buSzPts val="1200"/>
                        <a:buFont typeface="Arial"/>
                        <a:buNone/>
                      </a:pPr>
                      <a:r>
                        <a:rPr b="1" lang="en-GB" sz="1200"/>
                        <a:t>85</a:t>
                      </a:r>
                      <a:endParaRPr/>
                    </a:p>
                  </a:txBody>
                  <a:tcPr marT="45725" marB="45725" marR="91450" marL="91450"/>
                </a:tc>
                <a:tc>
                  <a:txBody>
                    <a:bodyPr/>
                    <a:lstStyle/>
                    <a:p>
                      <a:pPr indent="0" lvl="0" marL="0" marR="0" rtl="0" algn="l">
                        <a:spcBef>
                          <a:spcPts val="0"/>
                        </a:spcBef>
                        <a:spcAft>
                          <a:spcPts val="0"/>
                        </a:spcAft>
                        <a:buClr>
                          <a:schemeClr val="dk1"/>
                        </a:buClr>
                        <a:buSzPts val="1200"/>
                        <a:buFont typeface="Arial"/>
                        <a:buNone/>
                      </a:pPr>
                      <a:r>
                        <a:rPr b="1" lang="en-GB" sz="1200"/>
                        <a:t>3000</a:t>
                      </a:r>
                      <a:endParaRPr/>
                    </a:p>
                  </a:txBody>
                  <a:tcPr marT="45725" marB="45725" marR="91450" marL="91450"/>
                </a:tc>
                <a:tc>
                  <a:txBody>
                    <a:bodyPr/>
                    <a:lstStyle/>
                    <a:p>
                      <a:pPr indent="0" lvl="0" marL="0" marR="0" rtl="0" algn="l">
                        <a:spcBef>
                          <a:spcPts val="0"/>
                        </a:spcBef>
                        <a:spcAft>
                          <a:spcPts val="0"/>
                        </a:spcAft>
                        <a:buClr>
                          <a:schemeClr val="dk1"/>
                        </a:buClr>
                        <a:buSzPts val="1200"/>
                        <a:buFont typeface="Arial"/>
                        <a:buNone/>
                      </a:pPr>
                      <a:r>
                        <a:rPr b="1" lang="en-GB" sz="1200"/>
                        <a:t>Sleep Apnea</a:t>
                      </a:r>
                      <a:endParaRPr/>
                    </a:p>
                  </a:txBody>
                  <a:tcPr marT="45725" marB="45725" marR="91450" marL="91450"/>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7"/>
          <p:cNvSpPr txBox="1"/>
          <p:nvPr>
            <p:ph idx="1" type="subTitle"/>
          </p:nvPr>
        </p:nvSpPr>
        <p:spPr>
          <a:xfrm>
            <a:off x="965288" y="1296297"/>
            <a:ext cx="10300740" cy="419937"/>
          </a:xfrm>
          <a:prstGeom prst="rect">
            <a:avLst/>
          </a:prstGeom>
          <a:noFill/>
          <a:ln>
            <a:noFill/>
          </a:ln>
        </p:spPr>
        <p:txBody>
          <a:bodyPr anchorCtr="0" anchor="t" bIns="0" lIns="0" spcFirstLastPara="1" rIns="0" wrap="square" tIns="0">
            <a:noAutofit/>
          </a:bodyPr>
          <a:lstStyle/>
          <a:p>
            <a:pPr indent="0" lvl="0" marL="0" rtl="0" algn="l">
              <a:lnSpc>
                <a:spcPct val="80000"/>
              </a:lnSpc>
              <a:spcBef>
                <a:spcPts val="0"/>
              </a:spcBef>
              <a:spcAft>
                <a:spcPts val="0"/>
              </a:spcAft>
              <a:buClr>
                <a:schemeClr val="dk2"/>
              </a:buClr>
              <a:buSzPts val="3600"/>
              <a:buNone/>
            </a:pPr>
            <a:r>
              <a:rPr lang="en-GB"/>
              <a:t>Dataset </a:t>
            </a:r>
            <a:r>
              <a:rPr lang="en-GB">
                <a:solidFill>
                  <a:srgbClr val="203232"/>
                </a:solidFill>
              </a:rPr>
              <a:t>ID:</a:t>
            </a:r>
            <a:r>
              <a:rPr lang="en-GB">
                <a:solidFill>
                  <a:srgbClr val="FF0000"/>
                </a:solidFill>
              </a:rPr>
              <a:t> </a:t>
            </a:r>
            <a:r>
              <a:rPr lang="en-GB" sz="2800">
                <a:solidFill>
                  <a:srgbClr val="FF0000"/>
                </a:solidFill>
              </a:rPr>
              <a:t>  DS355 - Sleep_health_and_lifestyle_dataset.csv</a:t>
            </a:r>
            <a:endParaRPr/>
          </a:p>
        </p:txBody>
      </p:sp>
      <p:sp>
        <p:nvSpPr>
          <p:cNvPr id="108" name="Google Shape;108;p17"/>
          <p:cNvSpPr txBox="1"/>
          <p:nvPr>
            <p:ph idx="11" type="ftr"/>
          </p:nvPr>
        </p:nvSpPr>
        <p:spPr>
          <a:xfrm>
            <a:off x="965288" y="791022"/>
            <a:ext cx="9129687" cy="230832"/>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a:t>7COM1079-2025  Student Group No: A 104                    Names of Student Group Attendees: </a:t>
            </a:r>
            <a:endParaRPr/>
          </a:p>
        </p:txBody>
      </p:sp>
      <p:sp>
        <p:nvSpPr>
          <p:cNvPr id="109" name="Google Shape;109;p17"/>
          <p:cNvSpPr txBox="1"/>
          <p:nvPr>
            <p:ph idx="12" type="sldNum"/>
          </p:nvPr>
        </p:nvSpPr>
        <p:spPr>
          <a:xfrm>
            <a:off x="10954512" y="555565"/>
            <a:ext cx="622800" cy="230832"/>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en-GB"/>
              <a:t>3</a:t>
            </a:r>
            <a:endParaRPr/>
          </a:p>
        </p:txBody>
      </p:sp>
      <p:sp>
        <p:nvSpPr>
          <p:cNvPr id="110" name="Google Shape;110;p17"/>
          <p:cNvSpPr txBox="1"/>
          <p:nvPr>
            <p:ph type="ctrTitle"/>
          </p:nvPr>
        </p:nvSpPr>
        <p:spPr>
          <a:xfrm>
            <a:off x="965288" y="1866392"/>
            <a:ext cx="10291387" cy="3326711"/>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400"/>
              <a:buFont typeface="Calibri"/>
              <a:buNone/>
            </a:pPr>
            <a:r>
              <a:rPr b="0" lang="en-GB" sz="2400">
                <a:latin typeface="Calibri"/>
                <a:ea typeface="Calibri"/>
                <a:cs typeface="Calibri"/>
                <a:sym typeface="Calibri"/>
              </a:rPr>
              <a:t>This dataset is interesting to us because it gives an insight on how lifestyle habits can affect the well-being of people from various professional backgrounds. </a:t>
            </a:r>
            <a:br>
              <a:rPr b="0" lang="en-GB" sz="2400">
                <a:latin typeface="Calibri"/>
                <a:ea typeface="Calibri"/>
                <a:cs typeface="Calibri"/>
                <a:sym typeface="Calibri"/>
              </a:rPr>
            </a:br>
            <a:br>
              <a:rPr b="0" lang="en-GB" sz="2400">
                <a:latin typeface="Calibri"/>
                <a:ea typeface="Calibri"/>
                <a:cs typeface="Calibri"/>
                <a:sym typeface="Calibri"/>
              </a:rPr>
            </a:br>
            <a:r>
              <a:rPr b="0" lang="en-GB" sz="2400">
                <a:latin typeface="Calibri"/>
                <a:ea typeface="Calibri"/>
                <a:cs typeface="Calibri"/>
                <a:sym typeface="Calibri"/>
              </a:rPr>
              <a:t>Our  Independent variable:</a:t>
            </a:r>
            <a:r>
              <a:rPr b="0" lang="en-GB" sz="2400">
                <a:solidFill>
                  <a:srgbClr val="203232"/>
                </a:solidFill>
                <a:latin typeface="Calibri"/>
                <a:ea typeface="Calibri"/>
                <a:cs typeface="Calibri"/>
                <a:sym typeface="Calibri"/>
              </a:rPr>
              <a:t> </a:t>
            </a:r>
            <a:r>
              <a:rPr b="0" lang="en-GB" sz="2400">
                <a:solidFill>
                  <a:srgbClr val="FF0000"/>
                </a:solidFill>
                <a:latin typeface="Calibri"/>
                <a:ea typeface="Calibri"/>
                <a:cs typeface="Calibri"/>
                <a:sym typeface="Calibri"/>
              </a:rPr>
              <a:t>Occupation ;  Doctor, Software Engineer</a:t>
            </a:r>
            <a:br>
              <a:rPr b="0" lang="en-GB" sz="2400">
                <a:solidFill>
                  <a:srgbClr val="FF0000"/>
                </a:solidFill>
                <a:latin typeface="Calibri"/>
                <a:ea typeface="Calibri"/>
                <a:cs typeface="Calibri"/>
                <a:sym typeface="Calibri"/>
              </a:rPr>
            </a:br>
            <a:r>
              <a:rPr b="0" lang="en-GB" sz="2400">
                <a:latin typeface="Calibri"/>
                <a:ea typeface="Calibri"/>
                <a:cs typeface="Calibri"/>
                <a:sym typeface="Calibri"/>
              </a:rPr>
              <a:t>Independent variable datatype: </a:t>
            </a:r>
            <a:r>
              <a:rPr b="0" lang="en-GB" sz="2400">
                <a:solidFill>
                  <a:srgbClr val="FF0000"/>
                </a:solidFill>
                <a:latin typeface="Calibri"/>
                <a:ea typeface="Calibri"/>
                <a:cs typeface="Calibri"/>
                <a:sym typeface="Calibri"/>
              </a:rPr>
              <a:t>Nominal</a:t>
            </a:r>
            <a:br>
              <a:rPr b="0" lang="en-GB" sz="2400">
                <a:solidFill>
                  <a:srgbClr val="FF0000"/>
                </a:solidFill>
                <a:latin typeface="Calibri"/>
                <a:ea typeface="Calibri"/>
                <a:cs typeface="Calibri"/>
                <a:sym typeface="Calibri"/>
              </a:rPr>
            </a:br>
            <a:br>
              <a:rPr b="0" lang="en-GB" sz="2400">
                <a:latin typeface="Calibri"/>
                <a:ea typeface="Calibri"/>
                <a:cs typeface="Calibri"/>
                <a:sym typeface="Calibri"/>
              </a:rPr>
            </a:br>
            <a:r>
              <a:rPr b="0" lang="en-GB" sz="2400">
                <a:solidFill>
                  <a:srgbClr val="203232"/>
                </a:solidFill>
                <a:latin typeface="Calibri"/>
                <a:ea typeface="Calibri"/>
                <a:cs typeface="Calibri"/>
                <a:sym typeface="Calibri"/>
              </a:rPr>
              <a:t>Our</a:t>
            </a:r>
            <a:r>
              <a:rPr b="0" lang="en-GB" sz="2400">
                <a:latin typeface="Calibri"/>
                <a:ea typeface="Calibri"/>
                <a:cs typeface="Calibri"/>
                <a:sym typeface="Calibri"/>
              </a:rPr>
              <a:t> Dependent variable: </a:t>
            </a:r>
            <a:r>
              <a:rPr b="0" lang="en-GB" sz="2400">
                <a:solidFill>
                  <a:srgbClr val="FF0000"/>
                </a:solidFill>
                <a:latin typeface="Calibri"/>
                <a:ea typeface="Calibri"/>
                <a:cs typeface="Calibri"/>
                <a:sym typeface="Calibri"/>
              </a:rPr>
              <a:t>Stress Level</a:t>
            </a:r>
            <a:br>
              <a:rPr b="0" lang="en-GB" sz="2400">
                <a:solidFill>
                  <a:srgbClr val="FF0000"/>
                </a:solidFill>
                <a:latin typeface="Calibri"/>
                <a:ea typeface="Calibri"/>
                <a:cs typeface="Calibri"/>
                <a:sym typeface="Calibri"/>
              </a:rPr>
            </a:br>
            <a:r>
              <a:rPr b="0" lang="en-GB" sz="2400">
                <a:solidFill>
                  <a:srgbClr val="203232"/>
                </a:solidFill>
                <a:latin typeface="Calibri"/>
                <a:ea typeface="Calibri"/>
                <a:cs typeface="Calibri"/>
                <a:sym typeface="Calibri"/>
              </a:rPr>
              <a:t>Dependent</a:t>
            </a:r>
            <a:r>
              <a:rPr b="0" lang="en-GB" sz="2400">
                <a:latin typeface="Calibri"/>
                <a:ea typeface="Calibri"/>
                <a:cs typeface="Calibri"/>
                <a:sym typeface="Calibri"/>
              </a:rPr>
              <a:t> variable datatype:</a:t>
            </a:r>
            <a:r>
              <a:rPr b="0" lang="en-GB" sz="2400">
                <a:solidFill>
                  <a:srgbClr val="203232"/>
                </a:solidFill>
                <a:latin typeface="Calibri"/>
                <a:ea typeface="Calibri"/>
                <a:cs typeface="Calibri"/>
                <a:sym typeface="Calibri"/>
              </a:rPr>
              <a:t> </a:t>
            </a:r>
            <a:r>
              <a:rPr b="0" lang="en-GB" sz="2400">
                <a:solidFill>
                  <a:srgbClr val="FF0000"/>
                </a:solidFill>
                <a:latin typeface="Calibri"/>
                <a:ea typeface="Calibri"/>
                <a:cs typeface="Calibri"/>
                <a:sym typeface="Calibri"/>
              </a:rPr>
              <a:t>Ordinal</a:t>
            </a:r>
            <a:endParaRPr b="0" sz="2400">
              <a:solidFill>
                <a:srgbClr val="FF0000"/>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8"/>
          <p:cNvSpPr txBox="1"/>
          <p:nvPr>
            <p:ph idx="1" type="subTitle"/>
          </p:nvPr>
        </p:nvSpPr>
        <p:spPr>
          <a:xfrm>
            <a:off x="965289" y="1147638"/>
            <a:ext cx="9753625" cy="398920"/>
          </a:xfrm>
          <a:prstGeom prst="rect">
            <a:avLst/>
          </a:prstGeom>
          <a:noFill/>
          <a:ln>
            <a:noFill/>
          </a:ln>
        </p:spPr>
        <p:txBody>
          <a:bodyPr anchorCtr="0" anchor="t" bIns="0" lIns="0" spcFirstLastPara="1" rIns="0" wrap="square" tIns="0">
            <a:noAutofit/>
          </a:bodyPr>
          <a:lstStyle/>
          <a:p>
            <a:pPr indent="0" lvl="0" marL="0" rtl="0" algn="l">
              <a:lnSpc>
                <a:spcPct val="80000"/>
              </a:lnSpc>
              <a:spcBef>
                <a:spcPts val="0"/>
              </a:spcBef>
              <a:spcAft>
                <a:spcPts val="0"/>
              </a:spcAft>
              <a:buClr>
                <a:schemeClr val="dk2"/>
              </a:buClr>
              <a:buSzPts val="3600"/>
              <a:buNone/>
            </a:pPr>
            <a:r>
              <a:rPr lang="en-GB"/>
              <a:t>Our Research Question is</a:t>
            </a:r>
            <a:endParaRPr sz="1800">
              <a:solidFill>
                <a:srgbClr val="FF0000"/>
              </a:solidFill>
            </a:endParaRPr>
          </a:p>
        </p:txBody>
      </p:sp>
      <p:sp>
        <p:nvSpPr>
          <p:cNvPr id="117" name="Google Shape;117;p18"/>
          <p:cNvSpPr txBox="1"/>
          <p:nvPr>
            <p:ph idx="11" type="ftr"/>
          </p:nvPr>
        </p:nvSpPr>
        <p:spPr>
          <a:xfrm>
            <a:off x="965289" y="791022"/>
            <a:ext cx="7176911" cy="230832"/>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a:t>PRE 7COM1079-2025  Student Group No:  A 104</a:t>
            </a:r>
            <a:endParaRPr/>
          </a:p>
        </p:txBody>
      </p:sp>
      <p:sp>
        <p:nvSpPr>
          <p:cNvPr id="118" name="Google Shape;118;p18"/>
          <p:cNvSpPr txBox="1"/>
          <p:nvPr>
            <p:ph idx="12" type="sldNum"/>
          </p:nvPr>
        </p:nvSpPr>
        <p:spPr>
          <a:xfrm>
            <a:off x="10616400" y="791022"/>
            <a:ext cx="622800" cy="230832"/>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en-GB"/>
              <a:t>4</a:t>
            </a:r>
            <a:endParaRPr/>
          </a:p>
        </p:txBody>
      </p:sp>
      <p:sp>
        <p:nvSpPr>
          <p:cNvPr id="119" name="Google Shape;119;p18"/>
          <p:cNvSpPr txBox="1"/>
          <p:nvPr>
            <p:ph type="ctrTitle"/>
          </p:nvPr>
        </p:nvSpPr>
        <p:spPr>
          <a:xfrm>
            <a:off x="965289" y="1643012"/>
            <a:ext cx="10089592" cy="878858"/>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800"/>
              <a:buFont typeface="Calibri"/>
              <a:buNone/>
            </a:pPr>
            <a:r>
              <a:rPr lang="en-GB" sz="2800">
                <a:latin typeface="Calibri"/>
                <a:ea typeface="Calibri"/>
                <a:cs typeface="Calibri"/>
                <a:sym typeface="Calibri"/>
              </a:rPr>
              <a:t>Template </a:t>
            </a:r>
            <a:r>
              <a:rPr baseline="30000" lang="en-GB" sz="2800">
                <a:latin typeface="Calibri"/>
                <a:ea typeface="Calibri"/>
                <a:cs typeface="Calibri"/>
                <a:sym typeface="Calibri"/>
              </a:rPr>
              <a:t>1</a:t>
            </a:r>
            <a:r>
              <a:rPr lang="en-GB" sz="2800">
                <a:latin typeface="Calibri"/>
                <a:ea typeface="Calibri"/>
                <a:cs typeface="Calibri"/>
                <a:sym typeface="Calibri"/>
              </a:rPr>
              <a:t>:  Is there a difference in the median </a:t>
            </a:r>
            <a:r>
              <a:rPr lang="en-GB" sz="2800">
                <a:solidFill>
                  <a:srgbClr val="203232"/>
                </a:solidFill>
                <a:latin typeface="Calibri"/>
                <a:ea typeface="Calibri"/>
                <a:cs typeface="Calibri"/>
                <a:sym typeface="Calibri"/>
              </a:rPr>
              <a:t>stress level between doctors and software engineers in the 27 to 59</a:t>
            </a:r>
            <a:r>
              <a:rPr lang="en-GB" sz="2800">
                <a:latin typeface="Calibri"/>
                <a:ea typeface="Calibri"/>
                <a:cs typeface="Calibri"/>
                <a:sym typeface="Calibri"/>
              </a:rPr>
              <a:t> age group?</a:t>
            </a:r>
            <a:r>
              <a:rPr lang="en-GB" sz="2800">
                <a:solidFill>
                  <a:srgbClr val="203232"/>
                </a:solidFill>
                <a:latin typeface="Calibri"/>
                <a:ea typeface="Calibri"/>
                <a:cs typeface="Calibri"/>
                <a:sym typeface="Calibri"/>
              </a:rPr>
              <a:t>  (declaration of synthetic data)</a:t>
            </a:r>
            <a:br>
              <a:rPr lang="en-GB" sz="2400">
                <a:latin typeface="Calibri"/>
                <a:ea typeface="Calibri"/>
                <a:cs typeface="Calibri"/>
                <a:sym typeface="Calibri"/>
              </a:rPr>
            </a:br>
            <a:endParaRPr sz="2400">
              <a:solidFill>
                <a:srgbClr val="FF0000"/>
              </a:solidFill>
              <a:latin typeface="Arial"/>
              <a:ea typeface="Arial"/>
              <a:cs typeface="Arial"/>
              <a:sym typeface="Arial"/>
            </a:endParaRPr>
          </a:p>
        </p:txBody>
      </p:sp>
      <p:sp>
        <p:nvSpPr>
          <p:cNvPr id="120" name="Google Shape;120;p18"/>
          <p:cNvSpPr txBox="1"/>
          <p:nvPr/>
        </p:nvSpPr>
        <p:spPr>
          <a:xfrm>
            <a:off x="623945" y="5297755"/>
            <a:ext cx="11108736" cy="1477328"/>
          </a:xfrm>
          <a:prstGeom prst="rect">
            <a:avLst/>
          </a:prstGeom>
          <a:solidFill>
            <a:srgbClr val="F2F2F2"/>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baseline="30000" i="0" lang="en-GB" sz="1800" u="none" cap="none" strike="noStrike">
                <a:solidFill>
                  <a:schemeClr val="dk1"/>
                </a:solidFill>
                <a:latin typeface="Arial"/>
                <a:ea typeface="Arial"/>
                <a:cs typeface="Arial"/>
                <a:sym typeface="Arial"/>
              </a:rPr>
              <a:t>1</a:t>
            </a:r>
            <a:r>
              <a:rPr b="1" i="0" lang="en-GB" sz="1800" u="none" cap="none" strike="noStrike">
                <a:solidFill>
                  <a:schemeClr val="dk1"/>
                </a:solidFill>
                <a:latin typeface="Calibri"/>
                <a:ea typeface="Calibri"/>
                <a:cs typeface="Calibri"/>
                <a:sym typeface="Calibri"/>
              </a:rPr>
              <a:t>Correlation</a:t>
            </a:r>
            <a:r>
              <a:rPr b="0" i="0" lang="en-GB" sz="1800" u="none" cap="none" strike="noStrike">
                <a:solidFill>
                  <a:schemeClr val="dk1"/>
                </a:solidFill>
                <a:latin typeface="Arial"/>
                <a:ea typeface="Arial"/>
                <a:cs typeface="Arial"/>
                <a:sym typeface="Arial"/>
              </a:rPr>
              <a:t> (</a:t>
            </a:r>
            <a:r>
              <a:rPr b="0" i="0" lang="en-GB" sz="1800" u="none" cap="none" strike="noStrike">
                <a:solidFill>
                  <a:schemeClr val="dk1"/>
                </a:solidFill>
                <a:latin typeface="Calibri"/>
                <a:ea typeface="Calibri"/>
                <a:cs typeface="Calibri"/>
                <a:sym typeface="Calibri"/>
              </a:rPr>
              <a:t>Analysis of how </a:t>
            </a:r>
            <a:r>
              <a:rPr b="0" i="0" lang="en-GB" sz="1800" u="none" cap="none" strike="noStrike">
                <a:solidFill>
                  <a:srgbClr val="FF0000"/>
                </a:solidFill>
                <a:latin typeface="Calibri"/>
                <a:ea typeface="Calibri"/>
                <a:cs typeface="Calibri"/>
                <a:sym typeface="Calibri"/>
              </a:rPr>
              <a:t>ordinal/interval </a:t>
            </a:r>
            <a:r>
              <a:rPr b="0" i="0" lang="en-GB" sz="1800" u="none" cap="none" strike="noStrike">
                <a:solidFill>
                  <a:srgbClr val="00B050"/>
                </a:solidFill>
                <a:latin typeface="Calibri"/>
                <a:ea typeface="Calibri"/>
                <a:cs typeface="Calibri"/>
                <a:sym typeface="Calibri"/>
              </a:rPr>
              <a:t>dependent var</a:t>
            </a:r>
            <a:r>
              <a:rPr b="0" i="0" lang="en-GB" sz="1800" u="none" cap="none" strike="noStrike">
                <a:solidFill>
                  <a:schemeClr val="dk1"/>
                </a:solidFill>
                <a:latin typeface="Calibri"/>
                <a:ea typeface="Calibri"/>
                <a:cs typeface="Calibri"/>
                <a:sym typeface="Calibri"/>
              </a:rPr>
              <a:t> correlates to an </a:t>
            </a:r>
            <a:r>
              <a:rPr b="0" i="0" lang="en-GB" sz="1800" u="none" cap="none" strike="noStrike">
                <a:solidFill>
                  <a:srgbClr val="FF0000"/>
                </a:solidFill>
                <a:latin typeface="Calibri"/>
                <a:ea typeface="Calibri"/>
                <a:cs typeface="Calibri"/>
                <a:sym typeface="Calibri"/>
              </a:rPr>
              <a:t>ordinal/interval </a:t>
            </a:r>
            <a:r>
              <a:rPr b="0" i="0" lang="en-GB" sz="1800" u="none" cap="none" strike="noStrike">
                <a:solidFill>
                  <a:srgbClr val="00B050"/>
                </a:solidFill>
                <a:latin typeface="Calibri"/>
                <a:ea typeface="Calibri"/>
                <a:cs typeface="Calibri"/>
                <a:sym typeface="Calibri"/>
              </a:rPr>
              <a:t>independent variable)</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b="1" baseline="30000" lang="en-GB" sz="1800">
                <a:solidFill>
                  <a:schemeClr val="dk1"/>
                </a:solidFill>
                <a:latin typeface="Calibri"/>
                <a:ea typeface="Calibri"/>
                <a:cs typeface="Calibri"/>
                <a:sym typeface="Calibri"/>
              </a:rPr>
              <a:t>2</a:t>
            </a:r>
            <a:r>
              <a:rPr b="1" lang="en-GB" sz="1800">
                <a:solidFill>
                  <a:schemeClr val="dk1"/>
                </a:solidFill>
                <a:latin typeface="Calibri"/>
                <a:ea typeface="Calibri"/>
                <a:cs typeface="Calibri"/>
                <a:sym typeface="Calibri"/>
              </a:rPr>
              <a:t>Comparison of means</a:t>
            </a:r>
            <a:r>
              <a:rPr lang="en-GB" sz="1800">
                <a:solidFill>
                  <a:schemeClr val="dk1"/>
                </a:solidFill>
                <a:latin typeface="Calibri"/>
                <a:ea typeface="Calibri"/>
                <a:cs typeface="Calibri"/>
                <a:sym typeface="Calibri"/>
              </a:rPr>
              <a:t> (or medians): Analysis of the difference between the mean (or median) value of a characteristic shared by members of two different populations.</a:t>
            </a:r>
            <a:endParaRPr/>
          </a:p>
          <a:p>
            <a:pPr indent="0" lvl="0" marL="0" marR="0" rtl="0" algn="l">
              <a:spcBef>
                <a:spcPts val="0"/>
              </a:spcBef>
              <a:spcAft>
                <a:spcPts val="0"/>
              </a:spcAft>
              <a:buNone/>
            </a:pPr>
            <a:r>
              <a:rPr b="1" baseline="30000" lang="en-GB" sz="1800">
                <a:solidFill>
                  <a:schemeClr val="dk1"/>
                </a:solidFill>
                <a:latin typeface="Calibri"/>
                <a:ea typeface="Calibri"/>
                <a:cs typeface="Calibri"/>
                <a:sym typeface="Calibri"/>
              </a:rPr>
              <a:t>3</a:t>
            </a:r>
            <a:r>
              <a:rPr b="1" lang="en-GB" sz="1800">
                <a:solidFill>
                  <a:schemeClr val="dk1"/>
                </a:solidFill>
                <a:latin typeface="Calibri"/>
                <a:ea typeface="Calibri"/>
                <a:cs typeface="Calibri"/>
                <a:sym typeface="Calibri"/>
              </a:rPr>
              <a:t>Comparison of proportions:</a:t>
            </a:r>
            <a:r>
              <a:rPr lang="en-GB" sz="1800">
                <a:solidFill>
                  <a:schemeClr val="dk1"/>
                </a:solidFill>
                <a:latin typeface="Calibri"/>
                <a:ea typeface="Calibri"/>
                <a:cs typeface="Calibri"/>
                <a:sym typeface="Calibri"/>
              </a:rPr>
              <a:t> Analysis of the difference in proportions of a characteristic shared by members of two different populations. </a:t>
            </a:r>
            <a:endParaRPr sz="1800">
              <a:solidFill>
                <a:schemeClr val="dk1"/>
              </a:solidFill>
              <a:latin typeface="Arial"/>
              <a:ea typeface="Arial"/>
              <a:cs typeface="Arial"/>
              <a:sym typeface="Arial"/>
            </a:endParaRPr>
          </a:p>
        </p:txBody>
      </p:sp>
      <p:sp>
        <p:nvSpPr>
          <p:cNvPr id="121" name="Google Shape;121;p18"/>
          <p:cNvSpPr txBox="1"/>
          <p:nvPr/>
        </p:nvSpPr>
        <p:spPr>
          <a:xfrm>
            <a:off x="969453" y="2637610"/>
            <a:ext cx="10092816" cy="265786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2400"/>
              <a:buFont typeface="Arial"/>
              <a:buNone/>
            </a:pPr>
            <a:r>
              <a:rPr b="1" lang="en-GB" sz="2400" u="none">
                <a:solidFill>
                  <a:schemeClr val="dk2"/>
                </a:solidFill>
                <a:latin typeface="Arial"/>
                <a:ea typeface="Arial"/>
                <a:cs typeface="Arial"/>
                <a:sym typeface="Arial"/>
              </a:rPr>
              <a:t>Null hypothesis (H</a:t>
            </a:r>
            <a:r>
              <a:rPr b="1" baseline="-25000" lang="en-GB" sz="2400" u="none">
                <a:solidFill>
                  <a:schemeClr val="dk2"/>
                </a:solidFill>
                <a:latin typeface="Arial"/>
                <a:ea typeface="Arial"/>
                <a:cs typeface="Arial"/>
                <a:sym typeface="Arial"/>
              </a:rPr>
              <a:t>0</a:t>
            </a:r>
            <a:r>
              <a:rPr b="1" lang="en-GB" sz="2400" u="none">
                <a:solidFill>
                  <a:schemeClr val="dk2"/>
                </a:solidFill>
                <a:latin typeface="Arial"/>
                <a:ea typeface="Arial"/>
                <a:cs typeface="Arial"/>
                <a:sym typeface="Arial"/>
              </a:rPr>
              <a:t>):</a:t>
            </a:r>
            <a:r>
              <a:rPr b="0" lang="en-GB" sz="2400" u="none">
                <a:solidFill>
                  <a:schemeClr val="dk2"/>
                </a:solidFill>
                <a:latin typeface="Arial"/>
                <a:ea typeface="Arial"/>
                <a:cs typeface="Arial"/>
                <a:sym typeface="Arial"/>
              </a:rPr>
              <a:t> </a:t>
            </a:r>
            <a:r>
              <a:rPr b="0" lang="en-GB" sz="2400" u="none">
                <a:solidFill>
                  <a:srgbClr val="FF0000"/>
                </a:solidFill>
                <a:latin typeface="Arial"/>
                <a:ea typeface="Arial"/>
                <a:cs typeface="Arial"/>
                <a:sym typeface="Arial"/>
              </a:rPr>
              <a:t> There is </a:t>
            </a:r>
            <a:r>
              <a:rPr b="1" lang="en-GB" sz="2400" u="none">
                <a:solidFill>
                  <a:srgbClr val="FF0000"/>
                </a:solidFill>
                <a:latin typeface="Arial"/>
                <a:ea typeface="Arial"/>
                <a:cs typeface="Arial"/>
                <a:sym typeface="Arial"/>
              </a:rPr>
              <a:t>no</a:t>
            </a:r>
            <a:r>
              <a:rPr b="0" lang="en-GB" sz="2400" u="none">
                <a:solidFill>
                  <a:srgbClr val="FF0000"/>
                </a:solidFill>
                <a:latin typeface="Arial"/>
                <a:ea typeface="Arial"/>
                <a:cs typeface="Arial"/>
                <a:sym typeface="Arial"/>
              </a:rPr>
              <a:t> difference in the median of stress level between doctors and software engineers in the 27 to 59 age group.</a:t>
            </a:r>
            <a:endParaRPr b="1" sz="2400" u="none">
              <a:solidFill>
                <a:srgbClr val="203232"/>
              </a:solidFill>
              <a:latin typeface="Arial"/>
              <a:ea typeface="Arial"/>
              <a:cs typeface="Arial"/>
              <a:sym typeface="Arial"/>
            </a:endParaRPr>
          </a:p>
          <a:p>
            <a:pPr indent="0" lvl="0" marL="0" marR="0" rtl="0" algn="l">
              <a:lnSpc>
                <a:spcPct val="100000"/>
              </a:lnSpc>
              <a:spcBef>
                <a:spcPts val="992"/>
              </a:spcBef>
              <a:spcAft>
                <a:spcPts val="0"/>
              </a:spcAft>
              <a:buClr>
                <a:schemeClr val="dk2"/>
              </a:buClr>
              <a:buSzPts val="2400"/>
              <a:buFont typeface="Arial"/>
              <a:buNone/>
            </a:pPr>
            <a:r>
              <a:rPr b="1" lang="en-GB" sz="2400" u="none">
                <a:solidFill>
                  <a:schemeClr val="dk2"/>
                </a:solidFill>
                <a:latin typeface="Arial"/>
                <a:ea typeface="Arial"/>
                <a:cs typeface="Arial"/>
                <a:sym typeface="Arial"/>
              </a:rPr>
              <a:t>Alternative hypothesis (H</a:t>
            </a:r>
            <a:r>
              <a:rPr b="1" baseline="-25000" lang="en-GB" sz="2400" u="none">
                <a:solidFill>
                  <a:schemeClr val="dk2"/>
                </a:solidFill>
                <a:latin typeface="Arial"/>
                <a:ea typeface="Arial"/>
                <a:cs typeface="Arial"/>
                <a:sym typeface="Arial"/>
              </a:rPr>
              <a:t>1</a:t>
            </a:r>
            <a:r>
              <a:rPr b="1" lang="en-GB" sz="2400" u="none">
                <a:solidFill>
                  <a:schemeClr val="dk2"/>
                </a:solidFill>
                <a:latin typeface="Arial"/>
                <a:ea typeface="Arial"/>
                <a:cs typeface="Arial"/>
                <a:sym typeface="Arial"/>
              </a:rPr>
              <a:t>):</a:t>
            </a:r>
            <a:r>
              <a:rPr b="0" lang="en-GB" sz="2400" u="none">
                <a:solidFill>
                  <a:schemeClr val="dk2"/>
                </a:solidFill>
                <a:latin typeface="Arial"/>
                <a:ea typeface="Arial"/>
                <a:cs typeface="Arial"/>
                <a:sym typeface="Arial"/>
              </a:rPr>
              <a:t> </a:t>
            </a:r>
            <a:r>
              <a:rPr b="0" lang="en-GB" sz="2400" u="none">
                <a:solidFill>
                  <a:srgbClr val="FF0000"/>
                </a:solidFill>
                <a:latin typeface="Arial"/>
                <a:ea typeface="Arial"/>
                <a:cs typeface="Arial"/>
                <a:sym typeface="Arial"/>
              </a:rPr>
              <a:t>There is </a:t>
            </a:r>
            <a:r>
              <a:rPr b="1" lang="en-GB" sz="2400" u="none">
                <a:solidFill>
                  <a:srgbClr val="FF0000"/>
                </a:solidFill>
                <a:latin typeface="Arial"/>
                <a:ea typeface="Arial"/>
                <a:cs typeface="Arial"/>
                <a:sym typeface="Arial"/>
              </a:rPr>
              <a:t>a</a:t>
            </a:r>
            <a:r>
              <a:rPr b="0" lang="en-GB" sz="2400" u="none">
                <a:solidFill>
                  <a:srgbClr val="FF0000"/>
                </a:solidFill>
                <a:latin typeface="Arial"/>
                <a:ea typeface="Arial"/>
                <a:cs typeface="Arial"/>
                <a:sym typeface="Arial"/>
              </a:rPr>
              <a:t> difference in the median of stress level between doctors and software engineers in the 27 to 59 age group.</a:t>
            </a:r>
            <a:endParaRPr b="1" sz="2400" u="none">
              <a:solidFill>
                <a:srgbClr val="203232"/>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9"/>
          <p:cNvSpPr txBox="1"/>
          <p:nvPr>
            <p:ph idx="1" type="subTitle"/>
          </p:nvPr>
        </p:nvSpPr>
        <p:spPr>
          <a:xfrm>
            <a:off x="867075" y="580450"/>
            <a:ext cx="7200000" cy="360000"/>
          </a:xfrm>
          <a:prstGeom prst="rect">
            <a:avLst/>
          </a:prstGeom>
        </p:spPr>
        <p:txBody>
          <a:bodyPr anchorCtr="0" anchor="t" bIns="0" lIns="0" spcFirstLastPara="1" rIns="0" wrap="square" tIns="0">
            <a:noAutofit/>
          </a:bodyPr>
          <a:lstStyle/>
          <a:p>
            <a:pPr indent="0" lvl="0" marL="0" rtl="0" algn="l">
              <a:spcBef>
                <a:spcPts val="0"/>
              </a:spcBef>
              <a:spcAft>
                <a:spcPts val="992"/>
              </a:spcAft>
              <a:buNone/>
            </a:pPr>
            <a:r>
              <a:rPr lang="en-GB"/>
              <a:t>BoxPlot</a:t>
            </a:r>
            <a:endParaRPr/>
          </a:p>
        </p:txBody>
      </p:sp>
      <p:sp>
        <p:nvSpPr>
          <p:cNvPr id="128" name="Google Shape;128;p19"/>
          <p:cNvSpPr txBox="1"/>
          <p:nvPr>
            <p:ph idx="12" type="sldNum"/>
          </p:nvPr>
        </p:nvSpPr>
        <p:spPr>
          <a:xfrm>
            <a:off x="10616400" y="791022"/>
            <a:ext cx="622800" cy="230700"/>
          </a:xfrm>
          <a:prstGeom prst="rect">
            <a:avLst/>
          </a:prstGeom>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pic>
        <p:nvPicPr>
          <p:cNvPr id="129" name="Google Shape;129;p19" title="IMG_1957.PNG"/>
          <p:cNvPicPr preferRelativeResize="0"/>
          <p:nvPr/>
        </p:nvPicPr>
        <p:blipFill rotWithShape="1">
          <a:blip r:embed="rId3">
            <a:alphaModFix/>
          </a:blip>
          <a:srcRect b="5390" l="-4680" r="4680" t="-5390"/>
          <a:stretch/>
        </p:blipFill>
        <p:spPr>
          <a:xfrm>
            <a:off x="152400" y="580450"/>
            <a:ext cx="10170850" cy="61251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0"/>
          <p:cNvSpPr txBox="1"/>
          <p:nvPr>
            <p:ph idx="1" type="subTitle"/>
          </p:nvPr>
        </p:nvSpPr>
        <p:spPr>
          <a:xfrm>
            <a:off x="1021600" y="1590550"/>
            <a:ext cx="7200000" cy="360000"/>
          </a:xfrm>
          <a:prstGeom prst="rect">
            <a:avLst/>
          </a:prstGeom>
        </p:spPr>
        <p:txBody>
          <a:bodyPr anchorCtr="0" anchor="t" bIns="0" lIns="0" spcFirstLastPara="1" rIns="0" wrap="square" tIns="0">
            <a:noAutofit/>
          </a:bodyPr>
          <a:lstStyle/>
          <a:p>
            <a:pPr indent="0" lvl="0" marL="0" rtl="0" algn="l">
              <a:spcBef>
                <a:spcPts val="0"/>
              </a:spcBef>
              <a:spcAft>
                <a:spcPts val="992"/>
              </a:spcAft>
              <a:buNone/>
            </a:pPr>
            <a:r>
              <a:rPr lang="en-GB"/>
              <a:t>Histogram</a:t>
            </a:r>
            <a:endParaRPr/>
          </a:p>
        </p:txBody>
      </p:sp>
      <p:sp>
        <p:nvSpPr>
          <p:cNvPr id="136" name="Google Shape;136;p20"/>
          <p:cNvSpPr txBox="1"/>
          <p:nvPr>
            <p:ph idx="12" type="sldNum"/>
          </p:nvPr>
        </p:nvSpPr>
        <p:spPr>
          <a:xfrm>
            <a:off x="10616400" y="791022"/>
            <a:ext cx="622800" cy="230700"/>
          </a:xfrm>
          <a:prstGeom prst="rect">
            <a:avLst/>
          </a:prstGeom>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pic>
        <p:nvPicPr>
          <p:cNvPr id="137" name="Google Shape;137;p20" title="IMG_1958.PNG"/>
          <p:cNvPicPr preferRelativeResize="0"/>
          <p:nvPr/>
        </p:nvPicPr>
        <p:blipFill>
          <a:blip r:embed="rId3">
            <a:alphaModFix/>
          </a:blip>
          <a:stretch>
            <a:fillRect/>
          </a:stretch>
        </p:blipFill>
        <p:spPr>
          <a:xfrm>
            <a:off x="412975" y="2030175"/>
            <a:ext cx="7466551" cy="44965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Herts Theme">
  <a:themeElements>
    <a:clrScheme name="Custom 2">
      <a:dk1>
        <a:srgbClr val="203232"/>
      </a:dk1>
      <a:lt1>
        <a:srgbClr val="FFFFFF"/>
      </a:lt1>
      <a:dk2>
        <a:srgbClr val="203232"/>
      </a:dk2>
      <a:lt2>
        <a:srgbClr val="FFFFFF"/>
      </a:lt2>
      <a:accent1>
        <a:srgbClr val="9C5FB5"/>
      </a:accent1>
      <a:accent2>
        <a:srgbClr val="00B9E4"/>
      </a:accent2>
      <a:accent3>
        <a:srgbClr val="F53F5B"/>
      </a:accent3>
      <a:accent4>
        <a:srgbClr val="0073CF"/>
      </a:accent4>
      <a:accent5>
        <a:srgbClr val="45B382"/>
      </a:accent5>
      <a:accent6>
        <a:srgbClr val="FFCF20"/>
      </a:accent6>
      <a:hlink>
        <a:srgbClr val="0073CF"/>
      </a:hlink>
      <a:folHlink>
        <a:srgbClr val="9C5FB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